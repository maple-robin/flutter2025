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EFD368-5B55-B4EE-A10E-A50441193A1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22D9469-FA76-26A3-98A1-124905665F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CC0FD16-067A-EF4B-D84A-70B7DC610855}"/>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A8036FD8-6E82-4DDC-AA3B-DEC7D8A052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A6A9B8-3E34-154A-9A8B-907F5B517F77}"/>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332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3B483F-2DDE-0B5B-DE17-FE0ADE2DE3B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7DE09D-3C9F-3E82-89FD-7B3D4748FB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413505-7050-C5B2-26DA-32B53A6504D7}"/>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9D1BE0EA-E768-D3C9-4A6D-2FBD3C83CF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A34A14D-6B3E-380D-4979-503F2E129D01}"/>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79412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94024B-301E-676C-2B92-8191EBF77DE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A540A5-4DF0-AF50-BFB5-319FE36D4A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1FF7348-D484-DC9C-5944-EDF9A6CF1E1F}"/>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AFD7856B-2A22-597C-6503-DDB62858D0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715D39-6C4F-F40A-4B27-03DEB3390964}"/>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321961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439DE-0D4D-696C-EDA0-840C9011096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FF8C0C2-DB90-0758-78C1-235A3EB5769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582ED35-6C06-C8E3-3ABB-F967381F16D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75755D5-5846-BD12-6599-EDD44DD7CA9A}"/>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7193C5A0-0DC9-8979-2AEA-5D05BE8ECD4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5235BC5-D12A-B108-1172-BF716292B13E}"/>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3174351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C2BFF3-22EC-5D49-999B-55EA03E02B8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BF5E7E-B31F-0E92-ACB2-D4CA4307D6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6071FB1-C923-9485-96F0-E0817B76F8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3B48A7C-E610-D2C4-AF70-02AB283F71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6AABDB8-1D94-D7DE-9343-4D91AE3B1D3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91C764E-1A69-A272-7280-536AF30B8BCE}"/>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8" name="フッター プレースホルダー 7">
            <a:extLst>
              <a:ext uri="{FF2B5EF4-FFF2-40B4-BE49-F238E27FC236}">
                <a16:creationId xmlns:a16="http://schemas.microsoft.com/office/drawing/2014/main" id="{9BC4481A-2F37-7C9F-5954-D273E0D3253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29FAA59-1A54-E907-A65A-7E79D5653C42}"/>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6143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EBBC0F-2152-135C-1F4D-B7AF5F96D93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7462936-7A84-50E4-4D98-37C756B8F454}"/>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4" name="フッター プレースホルダー 3">
            <a:extLst>
              <a:ext uri="{FF2B5EF4-FFF2-40B4-BE49-F238E27FC236}">
                <a16:creationId xmlns:a16="http://schemas.microsoft.com/office/drawing/2014/main" id="{34F4A8B9-AF8C-BE16-D078-EE2CE752B28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BEACF1B-9710-4BF9-27EC-68FEFC36673A}"/>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716847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6F2E9BA-92E0-FB9D-5F5C-F314FB76D32A}"/>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3" name="フッター プレースホルダー 2">
            <a:extLst>
              <a:ext uri="{FF2B5EF4-FFF2-40B4-BE49-F238E27FC236}">
                <a16:creationId xmlns:a16="http://schemas.microsoft.com/office/drawing/2014/main" id="{F25BC307-3340-BA60-F584-B20239972EA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51237A2-C51B-4961-0E43-089F2035B351}"/>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367544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D58713-7499-F647-4DE9-EF9B2715FC2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A0A93AC-4882-459C-3B48-C7793B556B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C1EA93D-29F2-B9B4-8001-82C0523D3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B61CEFE-B69D-0968-192A-ABB759C314DA}"/>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24AD6808-C67F-F13F-2F2C-175EFD25C09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2814B16-4DD7-C307-E555-28A6F2859E73}"/>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047436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C600C-75D1-7CB7-DAE1-7598C9240A0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E744A1C-D809-7A4C-A895-76D07CBF8F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3BE755C-459D-CAE6-6CFC-6E60B8C55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2454202-27E2-89C9-6C81-B98E1F8C750C}"/>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8AB2A904-CB36-279D-7831-9B51BD8FE2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31B0ED-45AF-3773-1AAC-02CAF42F917B}"/>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359980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B022EF-E9C6-D8A3-E7DD-46C2D8E32E2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29DD04F-F4CE-32E6-D6B2-04AA37064A1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7B2F281-BC26-ADDB-78F2-6E47271FEE29}"/>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13B6DC60-0A5E-D7DA-3C7A-B26ED9A05CE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017DF4-70D9-D7FB-AE76-BD1E33C921DC}"/>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1456598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40D6441-15BA-5181-5423-48AA5CA526A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82DFB22-D5B7-C6A7-8A87-73FFEDB5BC6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49F302-EC99-C0D3-E7C5-BE64AC033149}"/>
              </a:ext>
            </a:extLst>
          </p:cNvPr>
          <p:cNvSpPr>
            <a:spLocks noGrp="1"/>
          </p:cNvSpPr>
          <p:nvPr>
            <p:ph type="dt" sz="half" idx="10"/>
          </p:nvPr>
        </p:nvSpPr>
        <p:spPr/>
        <p:txBody>
          <a:body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A88CCD70-B7C4-AA22-B768-1ECF35BF75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83BAFD-14F4-83B2-F30B-4644B9E38C1F}"/>
              </a:ext>
            </a:extLst>
          </p:cNvPr>
          <p:cNvSpPr>
            <a:spLocks noGrp="1"/>
          </p:cNvSpPr>
          <p:nvPr>
            <p:ph type="sldNum" sz="quarter" idx="12"/>
          </p:nvPr>
        </p:nvSpPr>
        <p:spPr/>
        <p:txBody>
          <a:body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395722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90747D0-0238-25E1-A336-25C9F7C482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BD26AF4-5C22-29AB-B5D0-FBEAC2CCB5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661DB1-7739-89E2-92E8-4655B7A111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3C4D68-081B-48D2-80AA-33B5C5BD1C0A}"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3222AB58-42AC-65A4-1CBE-AB927C1550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0F44C11-AD8F-87DA-6738-1C42123996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820C37-1E59-48B2-864C-4BF55537F5C2}" type="slidenum">
              <a:rPr kumimoji="1" lang="ja-JP" altLang="en-US" smtClean="0"/>
              <a:t>‹#›</a:t>
            </a:fld>
            <a:endParaRPr kumimoji="1" lang="ja-JP" altLang="en-US"/>
          </a:p>
        </p:txBody>
      </p:sp>
    </p:spTree>
    <p:extLst>
      <p:ext uri="{BB962C8B-B14F-4D97-AF65-F5344CB8AC3E}">
        <p14:creationId xmlns:p14="http://schemas.microsoft.com/office/powerpoint/2010/main" val="2299764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66DA92-54CD-B3BB-F22C-D38B4CB8A9F0}"/>
              </a:ext>
            </a:extLst>
          </p:cNvPr>
          <p:cNvSpPr>
            <a:spLocks noGrp="1"/>
          </p:cNvSpPr>
          <p:nvPr>
            <p:ph type="ctrTitle"/>
          </p:nvPr>
        </p:nvSpPr>
        <p:spPr/>
        <p:txBody>
          <a:bodyPr>
            <a:normAutofit/>
          </a:bodyPr>
          <a:lstStyle/>
          <a:p>
            <a:r>
              <a:rPr lang="en-US" altLang="ja-JP" dirty="0">
                <a:latin typeface="Noto Sans JP" panose="020B0200000000000000" pitchFamily="50" charset="-128"/>
                <a:ea typeface="Noto Sans JP" panose="020B0200000000000000" pitchFamily="50" charset="-128"/>
              </a:rPr>
              <a:t>QUIZKNOCK</a:t>
            </a:r>
            <a:endParaRPr kumimoji="1" lang="ja-JP" altLang="en-US" dirty="0">
              <a:latin typeface="Noto Sans JP" panose="020B0200000000000000" pitchFamily="50" charset="-128"/>
              <a:ea typeface="Noto Sans JP" panose="020B0200000000000000" pitchFamily="50" charset="-128"/>
            </a:endParaRPr>
          </a:p>
        </p:txBody>
      </p:sp>
      <p:sp>
        <p:nvSpPr>
          <p:cNvPr id="3" name="字幕 2">
            <a:extLst>
              <a:ext uri="{FF2B5EF4-FFF2-40B4-BE49-F238E27FC236}">
                <a16:creationId xmlns:a16="http://schemas.microsoft.com/office/drawing/2014/main" id="{AF6500CE-6002-F48D-6A52-C48AA1E0D5DF}"/>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13809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96E966-925D-7FF5-A0AF-025E4AE39C2E}"/>
              </a:ext>
            </a:extLst>
          </p:cNvPr>
          <p:cNvSpPr>
            <a:spLocks noGrp="1"/>
          </p:cNvSpPr>
          <p:nvPr>
            <p:ph type="title"/>
          </p:nvPr>
        </p:nvSpPr>
        <p:spPr/>
        <p:txBody>
          <a:bodyPr/>
          <a:lstStyle/>
          <a:p>
            <a:r>
              <a:rPr kumimoji="1" lang="ja-JP" altLang="en-US" dirty="0">
                <a:latin typeface="Noto Sans JP" panose="020B0200000000000000" pitchFamily="50" charset="-128"/>
                <a:ea typeface="Noto Sans JP" panose="020B0200000000000000" pitchFamily="50" charset="-128"/>
              </a:rPr>
              <a:t>概要</a:t>
            </a:r>
          </a:p>
        </p:txBody>
      </p:sp>
      <p:sp>
        <p:nvSpPr>
          <p:cNvPr id="3" name="コンテンツ プレースホルダー 2">
            <a:extLst>
              <a:ext uri="{FF2B5EF4-FFF2-40B4-BE49-F238E27FC236}">
                <a16:creationId xmlns:a16="http://schemas.microsoft.com/office/drawing/2014/main" id="{C5B2831B-C3A6-820A-8EC3-156A120A6BF2}"/>
              </a:ext>
            </a:extLst>
          </p:cNvPr>
          <p:cNvSpPr>
            <a:spLocks noGrp="1"/>
          </p:cNvSpPr>
          <p:nvPr>
            <p:ph idx="1"/>
          </p:nvPr>
        </p:nvSpPr>
        <p:spPr>
          <a:xfrm>
            <a:off x="838200" y="1825624"/>
            <a:ext cx="10515600" cy="5032375"/>
          </a:xfrm>
        </p:spPr>
        <p:txBody>
          <a:bodyPr>
            <a:normAutofit/>
          </a:bodyPr>
          <a:lstStyle/>
          <a:p>
            <a:r>
              <a:rPr kumimoji="1" lang="en-US" altLang="ja-JP" dirty="0" err="1">
                <a:latin typeface="Noto Sans JP" panose="020B0200000000000000" pitchFamily="50" charset="-128"/>
                <a:ea typeface="Noto Sans JP" panose="020B0200000000000000" pitchFamily="50" charset="-128"/>
              </a:rPr>
              <a:t>QuizKnock</a:t>
            </a:r>
            <a:r>
              <a:rPr kumimoji="1" lang="ja-JP" altLang="en-US" dirty="0">
                <a:latin typeface="Noto Sans JP" panose="020B0200000000000000" pitchFamily="50" charset="-128"/>
                <a:ea typeface="Noto Sans JP" panose="020B0200000000000000" pitchFamily="50" charset="-128"/>
              </a:rPr>
              <a:t>の動画の中でやっていた特殊なルールのうち一人でも楽しめそうなものを四つ実装したクイズゲーム</a:t>
            </a:r>
          </a:p>
        </p:txBody>
      </p:sp>
    </p:spTree>
    <p:extLst>
      <p:ext uri="{BB962C8B-B14F-4D97-AF65-F5344CB8AC3E}">
        <p14:creationId xmlns:p14="http://schemas.microsoft.com/office/powerpoint/2010/main" val="177963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E3C7C9-FF33-EA8D-21B0-B5164FA27783}"/>
              </a:ext>
            </a:extLst>
          </p:cNvPr>
          <p:cNvSpPr>
            <a:spLocks noGrp="1"/>
          </p:cNvSpPr>
          <p:nvPr>
            <p:ph type="title"/>
          </p:nvPr>
        </p:nvSpPr>
        <p:spPr/>
        <p:txBody>
          <a:bodyPr>
            <a:normAutofit/>
          </a:bodyPr>
          <a:lstStyle/>
          <a:p>
            <a:r>
              <a:rPr lang="ja-JP" altLang="en-US" dirty="0">
                <a:latin typeface="Noto Sans JP" panose="020B0200000000000000" pitchFamily="50" charset="-128"/>
                <a:ea typeface="Noto Sans JP" panose="020B0200000000000000" pitchFamily="50" charset="-128"/>
              </a:rPr>
              <a:t>ルール</a:t>
            </a:r>
            <a:endParaRPr kumimoji="1" lang="ja-JP" altLang="en-US" dirty="0">
              <a:latin typeface="Noto Sans JP" panose="020B0200000000000000" pitchFamily="50" charset="-128"/>
              <a:ea typeface="Noto Sans JP" panose="020B0200000000000000" pitchFamily="50" charset="-128"/>
            </a:endParaRPr>
          </a:p>
        </p:txBody>
      </p:sp>
      <p:sp>
        <p:nvSpPr>
          <p:cNvPr id="3" name="コンテンツ プレースホルダー 2">
            <a:extLst>
              <a:ext uri="{FF2B5EF4-FFF2-40B4-BE49-F238E27FC236}">
                <a16:creationId xmlns:a16="http://schemas.microsoft.com/office/drawing/2014/main" id="{8565D499-983C-75B7-3D27-E4D3406B712A}"/>
              </a:ext>
            </a:extLst>
          </p:cNvPr>
          <p:cNvSpPr>
            <a:spLocks noGrp="1"/>
          </p:cNvSpPr>
          <p:nvPr>
            <p:ph idx="1"/>
          </p:nvPr>
        </p:nvSpPr>
        <p:spPr/>
        <p:txBody>
          <a:bodyPr>
            <a:normAutofit/>
          </a:bodyPr>
          <a:lstStyle/>
          <a:p>
            <a:r>
              <a:rPr kumimoji="1" lang="ja-JP" altLang="en-US" dirty="0">
                <a:latin typeface="Noto Sans JP" panose="020B0200000000000000" pitchFamily="50" charset="-128"/>
                <a:ea typeface="Noto Sans JP" panose="020B0200000000000000" pitchFamily="50" charset="-128"/>
              </a:rPr>
              <a:t>ウソ</a:t>
            </a:r>
            <a:r>
              <a:rPr kumimoji="1" lang="en-US" altLang="ja-JP" dirty="0">
                <a:latin typeface="Noto Sans JP" panose="020B0200000000000000" pitchFamily="50" charset="-128"/>
                <a:ea typeface="Noto Sans JP" panose="020B0200000000000000" pitchFamily="50" charset="-128"/>
              </a:rPr>
              <a:t>800</a:t>
            </a:r>
            <a:r>
              <a:rPr lang="ja-JP" altLang="en-US" dirty="0">
                <a:latin typeface="Noto Sans JP" panose="020B0200000000000000" pitchFamily="50" charset="-128"/>
                <a:ea typeface="Noto Sans JP" panose="020B0200000000000000" pitchFamily="50" charset="-128"/>
              </a:rPr>
              <a:t>クイズ</a:t>
            </a:r>
            <a:endParaRPr lang="en-US" altLang="ja-JP" dirty="0">
              <a:latin typeface="Noto Sans JP" panose="020B0200000000000000" pitchFamily="50" charset="-128"/>
              <a:ea typeface="Noto Sans JP" panose="020B0200000000000000" pitchFamily="50" charset="-128"/>
            </a:endParaRPr>
          </a:p>
          <a:p>
            <a:r>
              <a:rPr kumimoji="1" lang="ja-JP" altLang="en-US" dirty="0">
                <a:latin typeface="Noto Sans JP" panose="020B0200000000000000" pitchFamily="50" charset="-128"/>
                <a:ea typeface="Noto Sans JP" panose="020B0200000000000000" pitchFamily="50" charset="-128"/>
              </a:rPr>
              <a:t>闇鍋クイズ</a:t>
            </a:r>
            <a:endParaRPr kumimoji="1" lang="en-US" altLang="ja-JP" dirty="0">
              <a:latin typeface="Noto Sans JP" panose="020B0200000000000000" pitchFamily="50" charset="-128"/>
              <a:ea typeface="Noto Sans JP" panose="020B0200000000000000" pitchFamily="50" charset="-128"/>
            </a:endParaRPr>
          </a:p>
          <a:p>
            <a:r>
              <a:rPr lang="ja-JP" altLang="en-US" dirty="0">
                <a:latin typeface="Noto Sans JP" panose="020B0200000000000000" pitchFamily="50" charset="-128"/>
                <a:ea typeface="Noto Sans JP" panose="020B0200000000000000" pitchFamily="50" charset="-128"/>
              </a:rPr>
              <a:t>難易度マシマシクイズ</a:t>
            </a:r>
            <a:endParaRPr lang="en-US" altLang="ja-JP" dirty="0">
              <a:latin typeface="Noto Sans JP" panose="020B0200000000000000" pitchFamily="50" charset="-128"/>
              <a:ea typeface="Noto Sans JP" panose="020B0200000000000000" pitchFamily="50" charset="-128"/>
            </a:endParaRPr>
          </a:p>
          <a:p>
            <a:r>
              <a:rPr kumimoji="1" lang="ja-JP" altLang="en-US" dirty="0">
                <a:latin typeface="Noto Sans JP" panose="020B0200000000000000" pitchFamily="50" charset="-128"/>
                <a:ea typeface="Noto Sans JP" panose="020B0200000000000000" pitchFamily="50" charset="-128"/>
              </a:rPr>
              <a:t>悪魔合体クイズ</a:t>
            </a:r>
          </a:p>
        </p:txBody>
      </p:sp>
    </p:spTree>
    <p:extLst>
      <p:ext uri="{BB962C8B-B14F-4D97-AF65-F5344CB8AC3E}">
        <p14:creationId xmlns:p14="http://schemas.microsoft.com/office/powerpoint/2010/main" val="3637877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784D8B-F4BA-E0ED-4717-D771F8E0CD03}"/>
              </a:ext>
            </a:extLst>
          </p:cNvPr>
          <p:cNvSpPr>
            <a:spLocks noGrp="1"/>
          </p:cNvSpPr>
          <p:nvPr>
            <p:ph type="title"/>
          </p:nvPr>
        </p:nvSpPr>
        <p:spPr/>
        <p:txBody>
          <a:bodyPr>
            <a:normAutofit/>
          </a:bodyPr>
          <a:lstStyle/>
          <a:p>
            <a:r>
              <a:rPr kumimoji="1" lang="ja-JP" altLang="en-US" dirty="0">
                <a:latin typeface="Noto Sans JP" panose="020B0200000000000000" pitchFamily="50" charset="-128"/>
                <a:ea typeface="Noto Sans JP" panose="020B0200000000000000" pitchFamily="50" charset="-128"/>
              </a:rPr>
              <a:t>ウソ</a:t>
            </a:r>
            <a:r>
              <a:rPr kumimoji="1" lang="en-US" altLang="ja-JP" dirty="0">
                <a:latin typeface="Noto Sans JP" panose="020B0200000000000000" pitchFamily="50" charset="-128"/>
                <a:ea typeface="Noto Sans JP" panose="020B0200000000000000" pitchFamily="50" charset="-128"/>
              </a:rPr>
              <a:t>800</a:t>
            </a:r>
            <a:r>
              <a:rPr kumimoji="1" lang="ja-JP" altLang="en-US" dirty="0">
                <a:latin typeface="Noto Sans JP" panose="020B0200000000000000" pitchFamily="50" charset="-128"/>
                <a:ea typeface="Noto Sans JP" panose="020B0200000000000000" pitchFamily="50" charset="-128"/>
              </a:rPr>
              <a:t>クイズ</a:t>
            </a:r>
          </a:p>
        </p:txBody>
      </p:sp>
      <p:sp>
        <p:nvSpPr>
          <p:cNvPr id="3" name="コンテンツ プレースホルダー 2">
            <a:extLst>
              <a:ext uri="{FF2B5EF4-FFF2-40B4-BE49-F238E27FC236}">
                <a16:creationId xmlns:a16="http://schemas.microsoft.com/office/drawing/2014/main" id="{A619DAC8-E864-D8E4-0789-9D9B219EC855}"/>
              </a:ext>
            </a:extLst>
          </p:cNvPr>
          <p:cNvSpPr>
            <a:spLocks noGrp="1"/>
          </p:cNvSpPr>
          <p:nvPr>
            <p:ph idx="1"/>
          </p:nvPr>
        </p:nvSpPr>
        <p:spPr/>
        <p:txBody>
          <a:bodyPr>
            <a:normAutofit/>
          </a:bodyPr>
          <a:lstStyle/>
          <a:p>
            <a:pPr marL="0" indent="0">
              <a:buNone/>
            </a:pPr>
            <a:r>
              <a:rPr lang="ja-JP" altLang="ja-JP" dirty="0">
                <a:latin typeface="Noto Sans JP" panose="020B0200000000000000" pitchFamily="50" charset="-128"/>
                <a:ea typeface="Noto Sans JP" panose="020B0200000000000000" pitchFamily="50" charset="-128"/>
              </a:rPr>
              <a:t>通常のクイズ問題文の単語を反対語・関連語に置き換えた「ウソの問題文」を提示し、そこから元の正しい答えを当てさせる。</a:t>
            </a:r>
            <a:endParaRPr lang="en-US" altLang="ja-JP" dirty="0">
              <a:latin typeface="Noto Sans JP" panose="020B0200000000000000" pitchFamily="50" charset="-128"/>
              <a:ea typeface="Noto Sans JP" panose="020B0200000000000000" pitchFamily="50" charset="-128"/>
            </a:endParaRPr>
          </a:p>
          <a:p>
            <a:pPr marL="0" indent="0">
              <a:buNone/>
            </a:pPr>
            <a:endParaRPr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例題</a:t>
            </a:r>
            <a:r>
              <a:rPr lang="en-US" altLang="ja-JP" dirty="0">
                <a:latin typeface="Noto Sans JP" panose="020B0200000000000000" pitchFamily="50" charset="-128"/>
                <a:ea typeface="Noto Sans JP" panose="020B0200000000000000" pitchFamily="50" charset="-128"/>
              </a:rPr>
              <a:t>:</a:t>
            </a:r>
          </a:p>
          <a:p>
            <a:pPr marL="0" indent="0">
              <a:buNone/>
            </a:pPr>
            <a:r>
              <a:rPr lang="ja-JP" altLang="ja-JP" dirty="0">
                <a:latin typeface="Noto Sans JP" panose="020B0200000000000000" pitchFamily="50" charset="-128"/>
                <a:ea typeface="Noto Sans JP" panose="020B0200000000000000" pitchFamily="50" charset="-128"/>
              </a:rPr>
              <a:t>元の文：日本で一番高い山は？</a:t>
            </a:r>
          </a:p>
          <a:p>
            <a:pPr marL="0" indent="0">
              <a:buNone/>
            </a:pPr>
            <a:r>
              <a:rPr lang="ja-JP" altLang="ja-JP" dirty="0">
                <a:latin typeface="Noto Sans JP" panose="020B0200000000000000" pitchFamily="50" charset="-128"/>
                <a:ea typeface="Noto Sans JP" panose="020B0200000000000000" pitchFamily="50" charset="-128"/>
              </a:rPr>
              <a:t>ウソの文：海外で一番低い谷は？</a:t>
            </a:r>
          </a:p>
          <a:p>
            <a:pPr marL="0" indent="0">
              <a:buNone/>
            </a:pPr>
            <a:r>
              <a:rPr lang="ja-JP" altLang="ja-JP" dirty="0">
                <a:latin typeface="Noto Sans JP" panose="020B0200000000000000" pitchFamily="50" charset="-128"/>
                <a:ea typeface="Noto Sans JP" panose="020B0200000000000000" pitchFamily="50" charset="-128"/>
              </a:rPr>
              <a:t>答え：富士山</a:t>
            </a:r>
          </a:p>
        </p:txBody>
      </p:sp>
    </p:spTree>
    <p:extLst>
      <p:ext uri="{BB962C8B-B14F-4D97-AF65-F5344CB8AC3E}">
        <p14:creationId xmlns:p14="http://schemas.microsoft.com/office/powerpoint/2010/main" val="2989243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5655-8B9D-EE37-10D9-F3C2E7BBDE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14C9B7-1BEF-2CF9-8849-BF082AAAA362}"/>
              </a:ext>
            </a:extLst>
          </p:cNvPr>
          <p:cNvSpPr>
            <a:spLocks noGrp="1"/>
          </p:cNvSpPr>
          <p:nvPr>
            <p:ph type="title"/>
          </p:nvPr>
        </p:nvSpPr>
        <p:spPr/>
        <p:txBody>
          <a:bodyPr>
            <a:normAutofit/>
          </a:bodyPr>
          <a:lstStyle/>
          <a:p>
            <a:r>
              <a:rPr lang="ja-JP" altLang="en-US" dirty="0">
                <a:latin typeface="Noto Sans JP" panose="020B0200000000000000" pitchFamily="50" charset="-128"/>
                <a:ea typeface="Noto Sans JP" panose="020B0200000000000000" pitchFamily="50" charset="-128"/>
              </a:rPr>
              <a:t>難易度マシマシクイズ</a:t>
            </a:r>
            <a:endParaRPr kumimoji="1" lang="ja-JP" altLang="en-US" dirty="0">
              <a:latin typeface="Noto Sans JP" panose="020B0200000000000000" pitchFamily="50" charset="-128"/>
              <a:ea typeface="Noto Sans JP" panose="020B0200000000000000" pitchFamily="50" charset="-128"/>
            </a:endParaRPr>
          </a:p>
        </p:txBody>
      </p:sp>
      <p:sp>
        <p:nvSpPr>
          <p:cNvPr id="3" name="コンテンツ プレースホルダー 2">
            <a:extLst>
              <a:ext uri="{FF2B5EF4-FFF2-40B4-BE49-F238E27FC236}">
                <a16:creationId xmlns:a16="http://schemas.microsoft.com/office/drawing/2014/main" id="{9C1F44E9-3A3A-1302-BDC7-CD7628670780}"/>
              </a:ext>
            </a:extLst>
          </p:cNvPr>
          <p:cNvSpPr>
            <a:spLocks noGrp="1"/>
          </p:cNvSpPr>
          <p:nvPr>
            <p:ph idx="1"/>
          </p:nvPr>
        </p:nvSpPr>
        <p:spPr>
          <a:xfrm>
            <a:off x="838200" y="1825624"/>
            <a:ext cx="10515600" cy="5032375"/>
          </a:xfrm>
        </p:spPr>
        <p:txBody>
          <a:bodyPr>
            <a:normAutofit/>
          </a:bodyPr>
          <a:lstStyle/>
          <a:p>
            <a:pPr marL="0" indent="0">
              <a:buNone/>
            </a:pPr>
            <a:r>
              <a:rPr lang="ja-JP" altLang="en-US" dirty="0">
                <a:latin typeface="Noto Sans JP" panose="020B0200000000000000" pitchFamily="50" charset="-128"/>
                <a:ea typeface="Noto Sans JP" panose="020B0200000000000000" pitchFamily="50" charset="-128"/>
              </a:rPr>
              <a:t>次郎</a:t>
            </a:r>
            <a:r>
              <a:rPr lang="ja-JP" altLang="ja-JP" dirty="0">
                <a:latin typeface="Noto Sans JP" panose="020B0200000000000000" pitchFamily="50" charset="-128"/>
                <a:ea typeface="Noto Sans JP" panose="020B0200000000000000" pitchFamily="50" charset="-128"/>
              </a:rPr>
              <a:t>ラーメンの「マシマシ」トッピング</a:t>
            </a:r>
            <a:r>
              <a:rPr lang="ja-JP" altLang="en-US" dirty="0">
                <a:latin typeface="Noto Sans JP" panose="020B0200000000000000" pitchFamily="50" charset="-128"/>
                <a:ea typeface="Noto Sans JP" panose="020B0200000000000000" pitchFamily="50" charset="-128"/>
              </a:rPr>
              <a:t>の様に</a:t>
            </a:r>
            <a:r>
              <a:rPr lang="ja-JP" altLang="ja-JP" dirty="0">
                <a:latin typeface="Noto Sans JP" panose="020B0200000000000000" pitchFamily="50" charset="-128"/>
                <a:ea typeface="Noto Sans JP" panose="020B0200000000000000" pitchFamily="50" charset="-128"/>
              </a:rPr>
              <a:t>、問題文に応じたカスタムを選んで注文してから、変形済み問題文を提示し、そこから元の正しい答えを当てさせる。</a:t>
            </a:r>
            <a:endParaRPr lang="en-US" altLang="ja-JP" dirty="0">
              <a:latin typeface="Noto Sans JP" panose="020B0200000000000000" pitchFamily="50" charset="-128"/>
              <a:ea typeface="Noto Sans JP" panose="020B0200000000000000" pitchFamily="50" charset="-128"/>
            </a:endParaRPr>
          </a:p>
          <a:p>
            <a:pPr marL="0" indent="0">
              <a:buNone/>
            </a:pPr>
            <a:endParaRPr kumimoji="1"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例題</a:t>
            </a:r>
            <a:r>
              <a:rPr lang="en-US" altLang="ja-JP" dirty="0">
                <a:latin typeface="Noto Sans JP" panose="020B0200000000000000" pitchFamily="50" charset="-128"/>
                <a:ea typeface="Noto Sans JP" panose="020B0200000000000000" pitchFamily="50" charset="-128"/>
              </a:rPr>
              <a:t>:</a:t>
            </a:r>
          </a:p>
          <a:p>
            <a:pPr marL="0" indent="0">
              <a:buNone/>
            </a:pPr>
            <a:r>
              <a:rPr lang="ja-JP" altLang="ja-JP" dirty="0">
                <a:latin typeface="Noto Sans JP" panose="020B0200000000000000" pitchFamily="50" charset="-128"/>
                <a:ea typeface="Noto Sans JP" panose="020B0200000000000000" pitchFamily="50" charset="-128"/>
              </a:rPr>
              <a:t>元の文：</a:t>
            </a:r>
            <a:r>
              <a:rPr lang="ja-JP" altLang="en-US" dirty="0">
                <a:latin typeface="Noto Sans JP" panose="020B0200000000000000" pitchFamily="50" charset="-128"/>
                <a:ea typeface="Noto Sans JP" panose="020B0200000000000000" pitchFamily="50" charset="-128"/>
              </a:rPr>
              <a:t>静岡県と山梨県の県境にそびえる、標高</a:t>
            </a:r>
            <a:r>
              <a:rPr lang="en-US" altLang="ja-JP" dirty="0">
                <a:latin typeface="Noto Sans JP" panose="020B0200000000000000" pitchFamily="50" charset="-128"/>
                <a:ea typeface="Noto Sans JP" panose="020B0200000000000000" pitchFamily="50" charset="-128"/>
              </a:rPr>
              <a:t>3776m</a:t>
            </a:r>
            <a:r>
              <a:rPr lang="ja-JP" altLang="en-US" dirty="0">
                <a:latin typeface="Noto Sans JP" panose="020B0200000000000000" pitchFamily="50" charset="-128"/>
                <a:ea typeface="Noto Sans JP" panose="020B0200000000000000" pitchFamily="50" charset="-128"/>
              </a:rPr>
              <a:t>と日本で一番高い山は？</a:t>
            </a:r>
            <a:endParaRPr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カスタム：濁点マシマシ、数字抜き、地名抜き</a:t>
            </a:r>
            <a:endParaRPr lang="ja-JP"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コール後</a:t>
            </a:r>
            <a:r>
              <a:rPr lang="ja-JP" altLang="ja-JP" dirty="0">
                <a:latin typeface="Noto Sans JP" panose="020B0200000000000000" pitchFamily="50" charset="-128"/>
                <a:ea typeface="Noto Sans JP" panose="020B0200000000000000" pitchFamily="50" charset="-128"/>
              </a:rPr>
              <a:t>の文：</a:t>
            </a:r>
            <a:r>
              <a:rPr lang="ja-JP" altLang="en-US" dirty="0">
                <a:latin typeface="Noto Sans JP" panose="020B0200000000000000" pitchFamily="50" charset="-128"/>
                <a:ea typeface="Noto Sans JP" panose="020B0200000000000000" pitchFamily="50" charset="-128"/>
              </a:rPr>
              <a:t>どの県境にぞびえる、標高</a:t>
            </a:r>
            <a:r>
              <a:rPr lang="en-US" altLang="ja-JP" dirty="0">
                <a:latin typeface="Noto Sans JP" panose="020B0200000000000000" pitchFamily="50" charset="-128"/>
                <a:ea typeface="Noto Sans JP" panose="020B0200000000000000" pitchFamily="50" charset="-128"/>
              </a:rPr>
              <a:t>m</a:t>
            </a:r>
            <a:r>
              <a:rPr lang="ja-JP" altLang="en-US" dirty="0">
                <a:latin typeface="Noto Sans JP" panose="020B0200000000000000" pitchFamily="50" charset="-128"/>
                <a:ea typeface="Noto Sans JP" panose="020B0200000000000000" pitchFamily="50" charset="-128"/>
              </a:rPr>
              <a:t>どで番高い山ば何？</a:t>
            </a:r>
            <a:endParaRPr lang="en-US" altLang="ja-JP" dirty="0">
              <a:latin typeface="Noto Sans JP" panose="020B0200000000000000" pitchFamily="50" charset="-128"/>
              <a:ea typeface="Noto Sans JP" panose="020B0200000000000000" pitchFamily="50" charset="-128"/>
            </a:endParaRPr>
          </a:p>
          <a:p>
            <a:pPr marL="0" indent="0">
              <a:buNone/>
            </a:pPr>
            <a:r>
              <a:rPr lang="ja-JP" altLang="ja-JP" dirty="0">
                <a:latin typeface="Noto Sans JP" panose="020B0200000000000000" pitchFamily="50" charset="-128"/>
                <a:ea typeface="Noto Sans JP" panose="020B0200000000000000" pitchFamily="50" charset="-128"/>
              </a:rPr>
              <a:t>答え：富士山</a:t>
            </a:r>
          </a:p>
          <a:p>
            <a:pPr marL="0" indent="0">
              <a:buNone/>
            </a:pPr>
            <a:endParaRPr lang="en-US" altLang="ja-JP" dirty="0">
              <a:latin typeface="Noto Sans JP" panose="020B0200000000000000" pitchFamily="50" charset="-128"/>
              <a:ea typeface="Noto Sans JP" panose="020B0200000000000000" pitchFamily="50" charset="-128"/>
            </a:endParaRPr>
          </a:p>
          <a:p>
            <a:pPr marL="0" indent="0">
              <a:buNone/>
            </a:pPr>
            <a:endParaRPr kumimoji="1" lang="ja-JP" altLang="en-US" dirty="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182936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3F961-6913-C1EF-AA40-7F2926192C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1CE7A5-869E-60C1-5EF8-90A99AD83D70}"/>
              </a:ext>
            </a:extLst>
          </p:cNvPr>
          <p:cNvSpPr>
            <a:spLocks noGrp="1"/>
          </p:cNvSpPr>
          <p:nvPr>
            <p:ph type="title"/>
          </p:nvPr>
        </p:nvSpPr>
        <p:spPr/>
        <p:txBody>
          <a:bodyPr>
            <a:normAutofit/>
          </a:bodyPr>
          <a:lstStyle/>
          <a:p>
            <a:r>
              <a:rPr kumimoji="1" lang="ja-JP" altLang="en-US" dirty="0">
                <a:latin typeface="Noto Sans JP" panose="020B0200000000000000" pitchFamily="50" charset="-128"/>
                <a:ea typeface="Noto Sans JP" panose="020B0200000000000000" pitchFamily="50" charset="-128"/>
              </a:rPr>
              <a:t>悪魔合体クイズ</a:t>
            </a:r>
          </a:p>
        </p:txBody>
      </p:sp>
      <p:sp>
        <p:nvSpPr>
          <p:cNvPr id="3" name="コンテンツ プレースホルダー 2">
            <a:extLst>
              <a:ext uri="{FF2B5EF4-FFF2-40B4-BE49-F238E27FC236}">
                <a16:creationId xmlns:a16="http://schemas.microsoft.com/office/drawing/2014/main" id="{DB83E201-6028-773E-3A27-73F393222F86}"/>
              </a:ext>
            </a:extLst>
          </p:cNvPr>
          <p:cNvSpPr>
            <a:spLocks noGrp="1"/>
          </p:cNvSpPr>
          <p:nvPr>
            <p:ph idx="1"/>
          </p:nvPr>
        </p:nvSpPr>
        <p:spPr>
          <a:xfrm>
            <a:off x="838200" y="1825624"/>
            <a:ext cx="10515600" cy="5032375"/>
          </a:xfrm>
        </p:spPr>
        <p:txBody>
          <a:bodyPr>
            <a:normAutofit/>
          </a:bodyPr>
          <a:lstStyle/>
          <a:p>
            <a:pPr marL="0" indent="0">
              <a:buNone/>
            </a:pPr>
            <a:r>
              <a:rPr kumimoji="1" lang="ja-JP" altLang="en-US" dirty="0">
                <a:latin typeface="Noto Sans JP" panose="020B0200000000000000" pitchFamily="50" charset="-128"/>
                <a:ea typeface="Noto Sans JP" panose="020B0200000000000000" pitchFamily="50" charset="-128"/>
              </a:rPr>
              <a:t>二つの問題文を合体させた一つの問題文を提示し、答えを当てさせる。ただし、答えも合体して一つの答えになっている。</a:t>
            </a:r>
            <a:endParaRPr kumimoji="1" lang="en-US" altLang="ja-JP" dirty="0">
              <a:latin typeface="Noto Sans JP" panose="020B0200000000000000" pitchFamily="50" charset="-128"/>
              <a:ea typeface="Noto Sans JP" panose="020B0200000000000000" pitchFamily="50" charset="-128"/>
            </a:endParaRPr>
          </a:p>
          <a:p>
            <a:pPr marL="0" indent="0">
              <a:buNone/>
            </a:pPr>
            <a:endParaRPr lang="en-US" altLang="ja-JP" dirty="0">
              <a:latin typeface="Noto Sans JP" panose="020B0200000000000000" pitchFamily="50" charset="-128"/>
              <a:ea typeface="Noto Sans JP" panose="020B0200000000000000" pitchFamily="50" charset="-128"/>
            </a:endParaRPr>
          </a:p>
          <a:p>
            <a:pPr marL="0" indent="0">
              <a:buNone/>
            </a:pPr>
            <a:r>
              <a:rPr kumimoji="1" lang="ja-JP" altLang="en-US" dirty="0">
                <a:latin typeface="Noto Sans JP" panose="020B0200000000000000" pitchFamily="50" charset="-128"/>
                <a:ea typeface="Noto Sans JP" panose="020B0200000000000000" pitchFamily="50" charset="-128"/>
              </a:rPr>
              <a:t>例題</a:t>
            </a:r>
            <a:r>
              <a:rPr kumimoji="1" lang="en-US" altLang="ja-JP" dirty="0">
                <a:latin typeface="Noto Sans JP" panose="020B0200000000000000" pitchFamily="50" charset="-128"/>
                <a:ea typeface="Noto Sans JP" panose="020B0200000000000000" pitchFamily="50" charset="-128"/>
              </a:rPr>
              <a:t>:</a:t>
            </a:r>
          </a:p>
          <a:p>
            <a:pPr marL="0" indent="0">
              <a:buNone/>
            </a:pPr>
            <a:r>
              <a:rPr kumimoji="1" lang="ja-JP" altLang="en-US" dirty="0">
                <a:latin typeface="Noto Sans JP" panose="020B0200000000000000" pitchFamily="50" charset="-128"/>
                <a:ea typeface="Noto Sans JP" panose="020B0200000000000000" pitchFamily="50" charset="-128"/>
              </a:rPr>
              <a:t>元の問題文</a:t>
            </a:r>
            <a:r>
              <a:rPr kumimoji="1" lang="en-US" altLang="ja-JP" dirty="0">
                <a:latin typeface="Noto Sans JP" panose="020B0200000000000000" pitchFamily="50" charset="-128"/>
                <a:ea typeface="Noto Sans JP" panose="020B0200000000000000" pitchFamily="50" charset="-128"/>
              </a:rPr>
              <a:t>1</a:t>
            </a:r>
            <a:r>
              <a:rPr kumimoji="1" lang="ja-JP" altLang="en-US" dirty="0">
                <a:latin typeface="Noto Sans JP" panose="020B0200000000000000" pitchFamily="50" charset="-128"/>
                <a:ea typeface="Noto Sans JP" panose="020B0200000000000000" pitchFamily="50" charset="-128"/>
              </a:rPr>
              <a:t>：日本で一番高い山は何でしょう？</a:t>
            </a:r>
            <a:r>
              <a:rPr lang="ja-JP" altLang="en-US" dirty="0">
                <a:latin typeface="Noto Sans JP" panose="020B0200000000000000" pitchFamily="50" charset="-128"/>
                <a:ea typeface="Noto Sans JP" panose="020B0200000000000000" pitchFamily="50" charset="-128"/>
              </a:rPr>
              <a:t>　</a:t>
            </a:r>
            <a:r>
              <a:rPr kumimoji="1" lang="ja-JP" altLang="en-US" dirty="0">
                <a:latin typeface="Noto Sans JP" panose="020B0200000000000000" pitchFamily="50" charset="-128"/>
                <a:ea typeface="Noto Sans JP" panose="020B0200000000000000" pitchFamily="50" charset="-128"/>
              </a:rPr>
              <a:t>答え：富士山</a:t>
            </a:r>
            <a:endParaRPr kumimoji="1"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元の問題文</a:t>
            </a:r>
            <a:r>
              <a:rPr lang="en-US" altLang="ja-JP" dirty="0">
                <a:latin typeface="Noto Sans JP" panose="020B0200000000000000" pitchFamily="50" charset="-128"/>
                <a:ea typeface="Noto Sans JP" panose="020B0200000000000000" pitchFamily="50" charset="-128"/>
              </a:rPr>
              <a:t>2</a:t>
            </a:r>
            <a:r>
              <a:rPr lang="ja-JP" altLang="en-US" dirty="0">
                <a:latin typeface="Noto Sans JP" panose="020B0200000000000000" pitchFamily="50" charset="-128"/>
                <a:ea typeface="Noto Sans JP" panose="020B0200000000000000" pitchFamily="50" charset="-128"/>
              </a:rPr>
              <a:t>：クリスマスの日にプレゼントをくれる人は誰でしょう？　答え：サンタクロース</a:t>
            </a:r>
            <a:endParaRPr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問題文：日本で一番クリスマスの日にプレゼントをくれる山は何でしょう？</a:t>
            </a:r>
            <a:endParaRPr lang="en-US" altLang="ja-JP" dirty="0">
              <a:latin typeface="Noto Sans JP" panose="020B0200000000000000" pitchFamily="50" charset="-128"/>
              <a:ea typeface="Noto Sans JP" panose="020B0200000000000000" pitchFamily="50" charset="-128"/>
            </a:endParaRPr>
          </a:p>
          <a:p>
            <a:pPr marL="0" indent="0">
              <a:buNone/>
            </a:pPr>
            <a:r>
              <a:rPr lang="ja-JP" altLang="en-US" dirty="0">
                <a:latin typeface="Noto Sans JP" panose="020B0200000000000000" pitchFamily="50" charset="-128"/>
                <a:ea typeface="Noto Sans JP" panose="020B0200000000000000" pitchFamily="50" charset="-128"/>
              </a:rPr>
              <a:t>答え：富士山（サン）タクロース</a:t>
            </a:r>
            <a:endParaRPr lang="en-US" altLang="ja-JP" dirty="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943185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5284-7AAE-F783-FCFD-07B05C8683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E86072-9CF0-FCEE-1949-D7062F8C20B4}"/>
              </a:ext>
            </a:extLst>
          </p:cNvPr>
          <p:cNvSpPr>
            <a:spLocks noGrp="1"/>
          </p:cNvSpPr>
          <p:nvPr>
            <p:ph type="title"/>
          </p:nvPr>
        </p:nvSpPr>
        <p:spPr/>
        <p:txBody>
          <a:bodyPr>
            <a:normAutofit/>
          </a:bodyPr>
          <a:lstStyle/>
          <a:p>
            <a:r>
              <a:rPr lang="ja-JP" altLang="en-US" dirty="0">
                <a:latin typeface="Noto Sans JP" panose="020B0200000000000000" pitchFamily="50" charset="-128"/>
                <a:ea typeface="Noto Sans JP" panose="020B0200000000000000" pitchFamily="50" charset="-128"/>
              </a:rPr>
              <a:t>闇鍋クイズ</a:t>
            </a:r>
            <a:endParaRPr kumimoji="1" lang="ja-JP" altLang="en-US" dirty="0">
              <a:latin typeface="Noto Sans JP" panose="020B0200000000000000" pitchFamily="50" charset="-128"/>
              <a:ea typeface="Noto Sans JP" panose="020B0200000000000000" pitchFamily="50" charset="-128"/>
            </a:endParaRPr>
          </a:p>
        </p:txBody>
      </p:sp>
      <p:sp>
        <p:nvSpPr>
          <p:cNvPr id="3" name="コンテンツ プレースホルダー 2">
            <a:extLst>
              <a:ext uri="{FF2B5EF4-FFF2-40B4-BE49-F238E27FC236}">
                <a16:creationId xmlns:a16="http://schemas.microsoft.com/office/drawing/2014/main" id="{77F616DC-05BA-B6DC-77D6-0C4878F8676F}"/>
              </a:ext>
            </a:extLst>
          </p:cNvPr>
          <p:cNvSpPr>
            <a:spLocks noGrp="1"/>
          </p:cNvSpPr>
          <p:nvPr>
            <p:ph idx="1"/>
          </p:nvPr>
        </p:nvSpPr>
        <p:spPr>
          <a:xfrm>
            <a:off x="838200" y="1825624"/>
            <a:ext cx="10515600" cy="5032375"/>
          </a:xfrm>
        </p:spPr>
        <p:txBody>
          <a:bodyPr>
            <a:normAutofit/>
          </a:bodyPr>
          <a:lstStyle/>
          <a:p>
            <a:pPr marL="0" indent="0">
              <a:buNone/>
            </a:pPr>
            <a:r>
              <a:rPr lang="ja-JP" altLang="ja-JP" dirty="0">
                <a:latin typeface="Noto Sans JP" panose="020B0200000000000000" pitchFamily="50" charset="-128"/>
                <a:ea typeface="Noto Sans JP" panose="020B0200000000000000" pitchFamily="50" charset="-128"/>
              </a:rPr>
              <a:t>4つのクイズの問題文の単語・フレーズだけを</a:t>
            </a:r>
            <a:r>
              <a:rPr lang="ja-JP" altLang="en-US" dirty="0">
                <a:latin typeface="Noto Sans JP" panose="020B0200000000000000" pitchFamily="50" charset="-128"/>
                <a:ea typeface="Noto Sans JP" panose="020B0200000000000000" pitchFamily="50" charset="-128"/>
              </a:rPr>
              <a:t>一つの問題文に詰め合わせ提示し</a:t>
            </a:r>
            <a:r>
              <a:rPr lang="ja-JP" altLang="ja-JP" dirty="0">
                <a:latin typeface="Noto Sans JP" panose="020B0200000000000000" pitchFamily="50" charset="-128"/>
                <a:ea typeface="Noto Sans JP" panose="020B0200000000000000" pitchFamily="50" charset="-128"/>
              </a:rPr>
              <a:t>、プレイヤーは1つの</a:t>
            </a:r>
            <a:r>
              <a:rPr lang="ja-JP" altLang="en-US" dirty="0">
                <a:latin typeface="Noto Sans JP" panose="020B0200000000000000" pitchFamily="50" charset="-128"/>
                <a:ea typeface="Noto Sans JP" panose="020B0200000000000000" pitchFamily="50" charset="-128"/>
              </a:rPr>
              <a:t>問題</a:t>
            </a:r>
            <a:r>
              <a:rPr lang="ja-JP" altLang="ja-JP" dirty="0">
                <a:latin typeface="Noto Sans JP" panose="020B0200000000000000" pitchFamily="50" charset="-128"/>
                <a:ea typeface="Noto Sans JP" panose="020B0200000000000000" pitchFamily="50" charset="-128"/>
              </a:rPr>
              <a:t>文から4つの答えをすべて推理する。</a:t>
            </a:r>
            <a:endParaRPr lang="en-US" altLang="ja-JP" dirty="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3142035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69381-1BA7-6D74-93CF-3568FE07DA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2988A8-4E6B-9AE0-6FD1-A1A8534AA091}"/>
              </a:ext>
            </a:extLst>
          </p:cNvPr>
          <p:cNvSpPr>
            <a:spLocks noGrp="1"/>
          </p:cNvSpPr>
          <p:nvPr>
            <p:ph type="title"/>
          </p:nvPr>
        </p:nvSpPr>
        <p:spPr/>
        <p:txBody>
          <a:bodyPr>
            <a:normAutofit/>
          </a:bodyPr>
          <a:lstStyle/>
          <a:p>
            <a:r>
              <a:rPr lang="ja-JP" altLang="en-US" dirty="0">
                <a:latin typeface="Noto Sans JP" panose="020B0200000000000000" pitchFamily="50" charset="-128"/>
                <a:ea typeface="Noto Sans JP" panose="020B0200000000000000" pitchFamily="50" charset="-128"/>
              </a:rPr>
              <a:t>闇鍋クイズ</a:t>
            </a:r>
            <a:endParaRPr kumimoji="1" lang="ja-JP" altLang="en-US" dirty="0">
              <a:latin typeface="Noto Sans JP" panose="020B0200000000000000" pitchFamily="50" charset="-128"/>
              <a:ea typeface="Noto Sans JP" panose="020B0200000000000000" pitchFamily="50" charset="-128"/>
            </a:endParaRPr>
          </a:p>
        </p:txBody>
      </p:sp>
      <p:sp>
        <p:nvSpPr>
          <p:cNvPr id="3" name="コンテンツ プレースホルダー 2">
            <a:extLst>
              <a:ext uri="{FF2B5EF4-FFF2-40B4-BE49-F238E27FC236}">
                <a16:creationId xmlns:a16="http://schemas.microsoft.com/office/drawing/2014/main" id="{A4FEDC58-CAF4-7230-E3A3-74F60ABC260F}"/>
              </a:ext>
            </a:extLst>
          </p:cNvPr>
          <p:cNvSpPr>
            <a:spLocks noGrp="1"/>
          </p:cNvSpPr>
          <p:nvPr>
            <p:ph idx="1"/>
          </p:nvPr>
        </p:nvSpPr>
        <p:spPr>
          <a:xfrm>
            <a:off x="457200" y="1825625"/>
            <a:ext cx="11277600" cy="5032375"/>
          </a:xfrm>
        </p:spPr>
        <p:txBody>
          <a:bodyPr>
            <a:noAutofit/>
          </a:bodyPr>
          <a:lstStyle/>
          <a:p>
            <a:pPr marL="0" indent="0">
              <a:buNone/>
            </a:pPr>
            <a:r>
              <a:rPr lang="ja-JP" altLang="ja-JP" sz="2600" dirty="0">
                <a:latin typeface="Noto Sans JP" panose="020B0200000000000000" pitchFamily="50" charset="-128"/>
                <a:ea typeface="Noto Sans JP" panose="020B0200000000000000" pitchFamily="50" charset="-128"/>
              </a:rPr>
              <a:t>例題</a:t>
            </a:r>
            <a:r>
              <a:rPr lang="en-US" altLang="ja-JP" sz="2600" dirty="0">
                <a:latin typeface="Noto Sans JP" panose="020B0200000000000000" pitchFamily="50" charset="-128"/>
                <a:ea typeface="Noto Sans JP" panose="020B0200000000000000" pitchFamily="50" charset="-128"/>
              </a:rPr>
              <a:t>:</a:t>
            </a:r>
            <a:endParaRPr lang="ja-JP" altLang="ja-JP" sz="2600" dirty="0">
              <a:latin typeface="Noto Sans JP" panose="020B0200000000000000" pitchFamily="50" charset="-128"/>
              <a:ea typeface="Noto Sans JP" panose="020B0200000000000000" pitchFamily="50" charset="-128"/>
            </a:endParaRPr>
          </a:p>
          <a:p>
            <a:pPr marL="0" indent="0">
              <a:buNone/>
            </a:pPr>
            <a:r>
              <a:rPr lang="ja-JP" altLang="ja-JP" sz="2600" dirty="0">
                <a:latin typeface="Noto Sans JP" panose="020B0200000000000000" pitchFamily="50" charset="-128"/>
                <a:ea typeface="Noto Sans JP" panose="020B0200000000000000" pitchFamily="50" charset="-128"/>
              </a:rPr>
              <a:t>元クイズ1：「あかい」「まるい」「おおきい」「うまい」の頭文字から名付けられた、福岡県産のイチゴの品種は何でしょう？　答え: あまおう</a:t>
            </a:r>
          </a:p>
          <a:p>
            <a:pPr marL="0" indent="0">
              <a:buNone/>
            </a:pPr>
            <a:r>
              <a:rPr lang="ja-JP" altLang="ja-JP" sz="2600" dirty="0">
                <a:latin typeface="Noto Sans JP" panose="020B0200000000000000" pitchFamily="50" charset="-128"/>
                <a:ea typeface="Noto Sans JP" panose="020B0200000000000000" pitchFamily="50" charset="-128"/>
              </a:rPr>
              <a:t>元クイズ2：ファースト、メリーロード、桃太郎などの品種がある、真っ赤な見た目が鮮やかな夏野菜は何でしょう？　答え: トマト</a:t>
            </a:r>
          </a:p>
          <a:p>
            <a:pPr marL="0" indent="0">
              <a:buNone/>
            </a:pPr>
            <a:r>
              <a:rPr lang="ja-JP" altLang="ja-JP" sz="2600" dirty="0">
                <a:latin typeface="Noto Sans JP" panose="020B0200000000000000" pitchFamily="50" charset="-128"/>
                <a:ea typeface="Noto Sans JP" panose="020B0200000000000000" pitchFamily="50" charset="-128"/>
              </a:rPr>
              <a:t>元クイズ3：フランス語で「銀」という意味がある、ケーキなどに添えられる銀色をした粒状のお菓子は何でしょう？答え: アラザン</a:t>
            </a:r>
          </a:p>
          <a:p>
            <a:pPr marL="0" indent="0">
              <a:buNone/>
            </a:pPr>
            <a:r>
              <a:rPr lang="ja-JP" altLang="ja-JP" sz="2600" dirty="0">
                <a:latin typeface="Noto Sans JP" panose="020B0200000000000000" pitchFamily="50" charset="-128"/>
                <a:ea typeface="Noto Sans JP" panose="020B0200000000000000" pitchFamily="50" charset="-128"/>
              </a:rPr>
              <a:t>元クイズ4：豆乳ににがりなどを投入して作られる、大豆製品といえば何でしょう？　答え: 豆腐</a:t>
            </a:r>
          </a:p>
          <a:p>
            <a:pPr marL="0" indent="0">
              <a:buNone/>
            </a:pPr>
            <a:r>
              <a:rPr lang="ja-JP" altLang="ja-JP" sz="2600" dirty="0">
                <a:latin typeface="Noto Sans JP" panose="020B0200000000000000" pitchFamily="50" charset="-128"/>
                <a:ea typeface="Noto Sans JP" panose="020B0200000000000000" pitchFamily="50" charset="-128"/>
              </a:rPr>
              <a:t>問題文：フランス語で「あかい銀」という意味がある、まるい豆乳ケーキにおおきい桃太郎などを投入して作られる、福岡県産の真っ赤な銀色が鮮やかな粒状の夏野菜製品といえば何でしょう？</a:t>
            </a:r>
          </a:p>
          <a:p>
            <a:pPr marL="0" indent="0">
              <a:buNone/>
            </a:pPr>
            <a:endParaRPr lang="en-US" altLang="ja-JP" sz="2600" dirty="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20401363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502</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Noto Sans JP</vt:lpstr>
      <vt:lpstr>游ゴシック</vt:lpstr>
      <vt:lpstr>游ゴシック Light</vt:lpstr>
      <vt:lpstr>Arial</vt:lpstr>
      <vt:lpstr>Office テーマ</vt:lpstr>
      <vt:lpstr>QUIZKNOCK</vt:lpstr>
      <vt:lpstr>概要</vt:lpstr>
      <vt:lpstr>ルール</vt:lpstr>
      <vt:lpstr>ウソ800クイズ</vt:lpstr>
      <vt:lpstr>難易度マシマシクイズ</vt:lpstr>
      <vt:lpstr>悪魔合体クイズ</vt:lpstr>
      <vt:lpstr>闇鍋クイズ</vt:lpstr>
      <vt:lpstr>闇鍋クイズ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大澤 楓(zeal23418140)</dc:creator>
  <cp:lastModifiedBy>大澤 楓(zeal23418140)</cp:lastModifiedBy>
  <cp:revision>4</cp:revision>
  <dcterms:created xsi:type="dcterms:W3CDTF">2026-01-21T02:34:17Z</dcterms:created>
  <dcterms:modified xsi:type="dcterms:W3CDTF">2026-07-08T03:03:00Z</dcterms:modified>
</cp:coreProperties>
</file>