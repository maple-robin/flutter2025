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FD368-5B55-B4EE-A10E-A50441193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2D9469-FA76-26A3-98A1-124905665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C0FD16-067A-EF4B-D84A-70B7DC61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036FD8-6E82-4DDC-AA3B-DEC7D8A0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6A9B8-3E34-154A-9A8B-907F5B51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3B483F-2DDE-0B5B-DE17-FE0ADE2D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7DE09D-3C9F-3E82-89FD-7B3D4748F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413505-7050-C5B2-26DA-32B53A65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1BE0EA-E768-D3C9-4A6D-2FBD3C83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34A14D-6B3E-380D-4979-503F2E12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12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94024B-301E-676C-2B92-8191EBF7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A540A5-4DF0-AF50-BFB5-319FE36D4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FF7348-D484-DC9C-5944-EDF9A6CF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7856B-2A22-597C-6503-DDB62858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715D39-6C4F-F40A-4B27-03DEB339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61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439DE-0D4D-696C-EDA0-840C9011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F8C0C2-DB90-0758-78C1-235A3EB57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82ED35-6C06-C8E3-3ABB-F967381F1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5755D5-5846-BD12-6599-EDD44DD7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93C5A0-0DC9-8979-2AEA-5D05BE8E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235BC5-D12A-B108-1172-BF716292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35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2BFF3-22EC-5D49-999B-55EA03E0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BF5E7E-B31F-0E92-ACB2-D4CA4307D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071FB1-C923-9485-96F0-E0817B76F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B48A7C-E610-D2C4-AF70-02AB283F7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AABDB8-1D94-D7DE-9343-4D91AE3B1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1C764E-1A69-A272-7280-536AF30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C4481A-2F37-7C9F-5954-D273E0D3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29FAA59-1A54-E907-A65A-7E79D565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32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BBC0F-2152-135C-1F4D-B7AF5F96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462936-7A84-50E4-4D98-37C756B8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F4A8B9-AF8C-BE16-D078-EE2CE752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BEACF1B-9710-4BF9-27EC-68FEFC3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84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6F2E9BA-92E0-FB9D-5F5C-F314FB76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5BC307-3340-BA60-F584-B2023997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1237A2-C51B-4961-0E43-089F2035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44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D58713-7499-F647-4DE9-EF9B2715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0A93AC-4882-459C-3B48-C7793B55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1EA93D-29F2-B9B4-8001-82C0523D3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61CEFE-B69D-0968-192A-ABB759C3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AD6808-C67F-F13F-2F2C-175EFD25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814B16-4DD7-C307-E555-28A6F285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43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FC600C-75D1-7CB7-DAE1-7598C924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744A1C-D809-7A4C-A895-76D07CBF8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BE755C-459D-CAE6-6CFC-6E60B8C55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454202-27E2-89C9-6C81-B98E1F8C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B2A904-CB36-279D-7831-9B51BD8F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31B0ED-45AF-3773-1AAC-02CAF42F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98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B022EF-E9C6-D8A3-E7DD-46C2D8E3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9DD04F-F4CE-32E6-D6B2-04AA37064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B2F281-BC26-ADDB-78F2-6E47271F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B6DC60-0A5E-D7DA-3C7A-B26ED9A0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017DF4-70D9-D7FB-AE76-BD1E33C9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659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0D6441-15BA-5181-5423-48AA5CA52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2DFB22-D5B7-C6A7-8A87-73FFEDB5B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49F302-EC99-C0D3-E7C5-BE64AC03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CCD70-B7C4-AA22-B768-1ECF35BF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83BAFD-14F4-83B2-F30B-4644B9E3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22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90747D0-0238-25E1-A336-25C9F7C4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D26AF4-5C22-29AB-B5D0-FBEAC2CCB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661DB1-7739-89E2-92E8-4655B7A11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C4D68-081B-48D2-80AA-33B5C5BD1C0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22AB58-42AC-65A4-1CBE-AB927C155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F44C11-AD8F-87DA-6738-1C4212399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20C37-1E59-48B2-864C-4BF55537F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76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6DA92-54CD-B3BB-F22C-D38B4CB8A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QUIZKNOCK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F6500CE-6002-F48D-6A52-C48AA1E0D5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09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96E966-925D-7FF5-A0AF-025E4AE3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遷移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B2831B-C3A6-820A-8EC3-156A120A6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altLang="ja-JP" dirty="0" err="1"/>
              <a:t>m</a:t>
            </a:r>
            <a:r>
              <a:rPr kumimoji="1" lang="en-US" altLang="ja-JP" dirty="0" err="1"/>
              <a:t>ain.dart</a:t>
            </a:r>
            <a:r>
              <a:rPr kumimoji="1" lang="ja-JP" altLang="en-US" dirty="0"/>
              <a:t>→</a:t>
            </a:r>
            <a:r>
              <a:rPr lang="en-US" altLang="ja-JP" dirty="0" err="1"/>
              <a:t>quiz_screen.dart</a:t>
            </a:r>
            <a:endParaRPr lang="en-US" altLang="ja-JP" dirty="0"/>
          </a:p>
          <a:p>
            <a:r>
              <a:rPr kumimoji="1" lang="en-US" altLang="ja-JP" dirty="0" err="1"/>
              <a:t>main.dart</a:t>
            </a:r>
            <a:r>
              <a:rPr kumimoji="1" lang="ja-JP" altLang="en-US" dirty="0"/>
              <a:t>→</a:t>
            </a:r>
            <a:r>
              <a:rPr lang="en-US" altLang="ja-JP" dirty="0" err="1"/>
              <a:t>hundred_char_screen.dart</a:t>
            </a:r>
            <a:endParaRPr lang="en-US" altLang="ja-JP" dirty="0"/>
          </a:p>
          <a:p>
            <a:r>
              <a:rPr lang="en-US" altLang="ja-JP" dirty="0" err="1"/>
              <a:t>quiz_screen.dart</a:t>
            </a:r>
            <a:r>
              <a:rPr lang="ja-JP" altLang="en-US" dirty="0"/>
              <a:t>→</a:t>
            </a:r>
            <a:r>
              <a:rPr lang="en-US" altLang="ja-JP" dirty="0" err="1"/>
              <a:t>main.dart</a:t>
            </a:r>
            <a:endParaRPr lang="en-US" altLang="ja-JP" dirty="0"/>
          </a:p>
          <a:p>
            <a:r>
              <a:rPr lang="en-US" altLang="ja-JP" dirty="0" err="1"/>
              <a:t>quiz_screen.dart</a:t>
            </a:r>
            <a:r>
              <a:rPr lang="ja-JP" altLang="en-US" dirty="0"/>
              <a:t>→</a:t>
            </a:r>
            <a:r>
              <a:rPr lang="en-US" altLang="ja-JP" dirty="0" err="1"/>
              <a:t>explanation_screen.dart</a:t>
            </a:r>
            <a:endParaRPr lang="en-US" altLang="ja-JP" dirty="0"/>
          </a:p>
          <a:p>
            <a:r>
              <a:rPr lang="en-US" altLang="ja-JP" dirty="0" err="1"/>
              <a:t>explanation_screen.dart</a:t>
            </a:r>
            <a:r>
              <a:rPr lang="ja-JP" altLang="en-US" dirty="0"/>
              <a:t>→</a:t>
            </a:r>
            <a:r>
              <a:rPr lang="en-US" altLang="ja-JP" dirty="0" err="1"/>
              <a:t>main.dart</a:t>
            </a:r>
            <a:endParaRPr lang="en-US" altLang="ja-JP" dirty="0"/>
          </a:p>
          <a:p>
            <a:r>
              <a:rPr lang="en-US" altLang="ja-JP" dirty="0" err="1"/>
              <a:t>hundred_char_screen.dart</a:t>
            </a:r>
            <a:r>
              <a:rPr lang="ja-JP" altLang="en-US" dirty="0"/>
              <a:t>→</a:t>
            </a:r>
            <a:r>
              <a:rPr lang="en-US" altLang="ja-JP" dirty="0" err="1"/>
              <a:t>main.dart</a:t>
            </a:r>
            <a:endParaRPr lang="en-US" altLang="ja-JP" dirty="0"/>
          </a:p>
          <a:p>
            <a:r>
              <a:rPr lang="en-US" altLang="ja-JP" dirty="0" err="1"/>
              <a:t>hundred_char_screen.dart</a:t>
            </a: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en-US" altLang="ja-JP" dirty="0" err="1"/>
              <a:t>answer_input_screen</a:t>
            </a:r>
            <a:endParaRPr lang="en-US" altLang="ja-JP" dirty="0"/>
          </a:p>
          <a:p>
            <a:r>
              <a:rPr lang="en-US" altLang="ja-JP" dirty="0" err="1"/>
              <a:t>answer_input_screen.dart</a:t>
            </a: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en-US" altLang="ja-JP" dirty="0" err="1"/>
              <a:t>hundred_char_screen.dart</a:t>
            </a:r>
            <a:endParaRPr lang="en-US" altLang="ja-JP" dirty="0"/>
          </a:p>
          <a:p>
            <a:r>
              <a:rPr lang="en-US" altLang="ja-JP" dirty="0" err="1"/>
              <a:t>answer_input_screen</a:t>
            </a: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en-US" altLang="ja-JP" dirty="0" err="1"/>
              <a:t>explanation_screen.dart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9634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</Words>
  <Application>Microsoft Office PowerPoint</Application>
  <PresentationFormat>ワイド画面</PresentationFormat>
  <Paragraphs>13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QUIZKNOCK</vt:lpstr>
      <vt:lpstr>遷移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大澤 楓(zeal23418140)</dc:creator>
  <cp:lastModifiedBy>大澤 楓(zeal23418140)</cp:lastModifiedBy>
  <cp:revision>2</cp:revision>
  <dcterms:created xsi:type="dcterms:W3CDTF">2026-01-21T02:34:17Z</dcterms:created>
  <dcterms:modified xsi:type="dcterms:W3CDTF">2026-01-21T02:42:55Z</dcterms:modified>
</cp:coreProperties>
</file>