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796B7-D57B-C402-6C27-2077FD070A2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BAE0613-9699-AD88-CBFE-FA40B58C26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58A66DB-0D21-138C-C5FB-F406C551C6C1}"/>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5" name="フッター プレースホルダー 4">
            <a:extLst>
              <a:ext uri="{FF2B5EF4-FFF2-40B4-BE49-F238E27FC236}">
                <a16:creationId xmlns:a16="http://schemas.microsoft.com/office/drawing/2014/main" id="{6B923913-7679-887A-AB83-C073C0C043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FB7D79A-43F1-CB39-5159-11A1A6311719}"/>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2146684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ECF377-16A9-F763-9AE9-EBC999735E8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230F93E-1E79-55A6-67BF-787C21CFD03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2E6751A-E8A0-9540-949D-2CB3FBDFCE72}"/>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5" name="フッター プレースホルダー 4">
            <a:extLst>
              <a:ext uri="{FF2B5EF4-FFF2-40B4-BE49-F238E27FC236}">
                <a16:creationId xmlns:a16="http://schemas.microsoft.com/office/drawing/2014/main" id="{F7B03685-5540-3A52-A5AF-455BFDFEB35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EB96668-896E-3A69-89C9-ADAF8B987C93}"/>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1140500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98D10-1FFA-6A6F-4975-2DB8230E577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7C5984A-4C2B-A5BF-39F1-2BD0E390DA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08AA953-D981-EACA-CAFD-83F4EA9FE68B}"/>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5" name="フッター プレースホルダー 4">
            <a:extLst>
              <a:ext uri="{FF2B5EF4-FFF2-40B4-BE49-F238E27FC236}">
                <a16:creationId xmlns:a16="http://schemas.microsoft.com/office/drawing/2014/main" id="{C087951A-0233-F4E9-B313-D5A531771F6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365D3A-0836-0FE5-E981-54142FB36887}"/>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1340102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B98CE0-3AD0-7434-B61C-32670C03FD6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E5FEF1C-C50B-3977-B0E4-80E96681334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2F018DD-F181-447C-BA99-A836DA98868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FCC51DE-AED2-0F16-0428-A487CC27115E}"/>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6" name="フッター プレースホルダー 5">
            <a:extLst>
              <a:ext uri="{FF2B5EF4-FFF2-40B4-BE49-F238E27FC236}">
                <a16:creationId xmlns:a16="http://schemas.microsoft.com/office/drawing/2014/main" id="{4CFED5C2-2581-FE68-B655-4D719AA8546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D808C92-EB9A-69BE-5E97-275CA9408A1A}"/>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3603284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5A0F4B-276E-0689-20FE-9112BB87F71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B96FFCB-A145-500E-B68A-FDE30EEB4C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20B5B69-A240-E611-DCAA-F9883CD86B1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2A9B371-EF0F-EE02-B1F0-B04FD66198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586F3B4-B7FF-FEB4-FB74-580FA7F5A98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2CB41E0-CA39-608D-034A-A61C34FF4AA7}"/>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8" name="フッター プレースホルダー 7">
            <a:extLst>
              <a:ext uri="{FF2B5EF4-FFF2-40B4-BE49-F238E27FC236}">
                <a16:creationId xmlns:a16="http://schemas.microsoft.com/office/drawing/2014/main" id="{5991EDDC-F39B-4D6E-BFA5-0AE39D56112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5BA2B4D-1535-18A7-F4F1-82D1DEA3C456}"/>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2515250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6ABFAE-7EF3-6404-F256-499ECDE6E5C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67EF709-DD5A-F6A4-D4C7-A7BCDA2D198D}"/>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4" name="フッター プレースホルダー 3">
            <a:extLst>
              <a:ext uri="{FF2B5EF4-FFF2-40B4-BE49-F238E27FC236}">
                <a16:creationId xmlns:a16="http://schemas.microsoft.com/office/drawing/2014/main" id="{10180FF7-B74A-2AA1-4D49-27FE51B3692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88DD5DA-3E8C-7228-795C-6AA21251A9E2}"/>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260137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83AED6-AC37-C4AD-C12B-605E3823E4A6}"/>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3" name="フッター プレースホルダー 2">
            <a:extLst>
              <a:ext uri="{FF2B5EF4-FFF2-40B4-BE49-F238E27FC236}">
                <a16:creationId xmlns:a16="http://schemas.microsoft.com/office/drawing/2014/main" id="{1A56D08A-2DFB-FE2E-33B9-BFA223B6BE0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6960264-7BC2-A1CC-9211-5452A03E4321}"/>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4135131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986FBB-FE60-96B6-C260-1087B168F86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EC207EA-4189-7B63-8CE4-2BA9E35E37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F9C78D4-1BA4-3008-4147-86E83D4F4C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3522F3F-B1FF-3623-0F64-2AEEA89D07BB}"/>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6" name="フッター プレースホルダー 5">
            <a:extLst>
              <a:ext uri="{FF2B5EF4-FFF2-40B4-BE49-F238E27FC236}">
                <a16:creationId xmlns:a16="http://schemas.microsoft.com/office/drawing/2014/main" id="{96EE1F80-4615-F453-35A3-B2FECFA72F4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DBA140C-5562-D4DE-E8E3-CC2E3C5056BE}"/>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2975324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55BF64-8256-DB9C-849A-293890A9B8A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1C0C9D9-46BC-9375-A335-40E9BB7362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C54B38D-924E-9163-DB01-F65956AAF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0D3875B-9B9C-B0C2-66FC-C0F5ECAE6865}"/>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6" name="フッター プレースホルダー 5">
            <a:extLst>
              <a:ext uri="{FF2B5EF4-FFF2-40B4-BE49-F238E27FC236}">
                <a16:creationId xmlns:a16="http://schemas.microsoft.com/office/drawing/2014/main" id="{C5317DF1-B8A5-34D8-B131-4AAB785E125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82D7872-31C6-2007-CC66-82178CEFFF62}"/>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175880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44D5E2-E034-DDD6-C435-157D6085135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6CFBF78-C0C0-0992-F8CE-8A7145A4E86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95174EB-F06F-6166-2182-2FE5F8146B43}"/>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5" name="フッター プレースホルダー 4">
            <a:extLst>
              <a:ext uri="{FF2B5EF4-FFF2-40B4-BE49-F238E27FC236}">
                <a16:creationId xmlns:a16="http://schemas.microsoft.com/office/drawing/2014/main" id="{E32E5DA2-4C85-6AF5-745A-D73F802E4CF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94C355-6DFC-8D7B-7042-78E6B6676BDB}"/>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1945093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DC198AA-2989-079E-4805-B78C66B386C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FC87ADC-F2CA-0528-7751-4ED946644EE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ED98C91-81AF-E385-9DCA-E5C7DAFAC670}"/>
              </a:ext>
            </a:extLst>
          </p:cNvPr>
          <p:cNvSpPr>
            <a:spLocks noGrp="1"/>
          </p:cNvSpPr>
          <p:nvPr>
            <p:ph type="dt" sz="half" idx="10"/>
          </p:nvPr>
        </p:nvSpPr>
        <p:spPr/>
        <p:txBody>
          <a:bodyPr/>
          <a:lstStyle/>
          <a:p>
            <a:fld id="{C36E91FD-3B1C-4228-B9F7-36E12070ADBD}" type="datetimeFigureOut">
              <a:rPr kumimoji="1" lang="ja-JP" altLang="en-US" smtClean="0"/>
              <a:t>2026/5/13</a:t>
            </a:fld>
            <a:endParaRPr kumimoji="1" lang="ja-JP" altLang="en-US"/>
          </a:p>
        </p:txBody>
      </p:sp>
      <p:sp>
        <p:nvSpPr>
          <p:cNvPr id="5" name="フッター プレースホルダー 4">
            <a:extLst>
              <a:ext uri="{FF2B5EF4-FFF2-40B4-BE49-F238E27FC236}">
                <a16:creationId xmlns:a16="http://schemas.microsoft.com/office/drawing/2014/main" id="{C54F683A-FBC8-47E6-3F40-C970492757D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DE62257-3700-E957-04BE-BEF6CA700E93}"/>
              </a:ext>
            </a:extLst>
          </p:cNvPr>
          <p:cNvSpPr>
            <a:spLocks noGrp="1"/>
          </p:cNvSpPr>
          <p:nvPr>
            <p:ph type="sldNum" sz="quarter" idx="12"/>
          </p:nvPr>
        </p:nvSpPr>
        <p:spPr/>
        <p:txBody>
          <a:body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93486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BD27D8D-A26A-35EE-3462-B9B7082D83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2D1297E-4E56-2B56-CB3A-51DB5490ED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5FB54FF-6937-5DB8-8B67-6204D7FBEA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6E91FD-3B1C-4228-B9F7-36E12070ADBD}" type="datetimeFigureOut">
              <a:rPr kumimoji="1" lang="ja-JP" altLang="en-US" smtClean="0"/>
              <a:t>2026/5/13</a:t>
            </a:fld>
            <a:endParaRPr kumimoji="1" lang="ja-JP" altLang="en-US"/>
          </a:p>
        </p:txBody>
      </p:sp>
      <p:sp>
        <p:nvSpPr>
          <p:cNvPr id="5" name="フッター プレースホルダー 4">
            <a:extLst>
              <a:ext uri="{FF2B5EF4-FFF2-40B4-BE49-F238E27FC236}">
                <a16:creationId xmlns:a16="http://schemas.microsoft.com/office/drawing/2014/main" id="{60B9AA5C-BCC5-3DBC-98A2-F6637733C7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4919B50-1BEA-A1C9-FC5F-4794FFDD17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94974D-22C5-4725-ABD1-7B6F646434C9}" type="slidenum">
              <a:rPr kumimoji="1" lang="ja-JP" altLang="en-US" smtClean="0"/>
              <a:t>‹#›</a:t>
            </a:fld>
            <a:endParaRPr kumimoji="1" lang="ja-JP" altLang="en-US"/>
          </a:p>
        </p:txBody>
      </p:sp>
    </p:spTree>
    <p:extLst>
      <p:ext uri="{BB962C8B-B14F-4D97-AF65-F5344CB8AC3E}">
        <p14:creationId xmlns:p14="http://schemas.microsoft.com/office/powerpoint/2010/main" val="2377939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wSbGiCSOCRY&amp;t=141s" TargetMode="External"/><Relationship Id="rId2" Type="http://schemas.openxmlformats.org/officeDocument/2006/relationships/hyperlink" Target="https://www.youtube.com/watch?v=V0psCs57bHQ" TargetMode="External"/><Relationship Id="rId1" Type="http://schemas.openxmlformats.org/officeDocument/2006/relationships/slideLayout" Target="../slideLayouts/slideLayout2.xml"/><Relationship Id="rId5" Type="http://schemas.openxmlformats.org/officeDocument/2006/relationships/hyperlink" Target="https://www.youtube.com/watch?v=y1Nt_SslUT0" TargetMode="External"/><Relationship Id="rId4" Type="http://schemas.openxmlformats.org/officeDocument/2006/relationships/hyperlink" Target="https://www.youtube.com/watch?v=aTDq6CB7nwA&amp;t=1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bing.com/search?q=flutter%E3%81%A7%E3%82%AF%E3%82%A4%E3%82%BA%E3%82%A2%E3%83%97%E3%83%AA%E3%82%92%E4%BD%9C%E3%82%8B&amp;form=ANNTH1&amp;refig=6a03d3f306f547aaa3d2d981aeef3303&amp;pc=NMTS" TargetMode="External"/><Relationship Id="rId2" Type="http://schemas.openxmlformats.org/officeDocument/2006/relationships/hyperlink" Target="https://qiita.com/kaiyo_yume/items/1ad10c0fc0100dfe8eb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67E5C0-6B62-A803-8EA9-3802CCAD9EED}"/>
              </a:ext>
            </a:extLst>
          </p:cNvPr>
          <p:cNvSpPr>
            <a:spLocks noGrp="1"/>
          </p:cNvSpPr>
          <p:nvPr>
            <p:ph type="ctrTitle"/>
          </p:nvPr>
        </p:nvSpPr>
        <p:spPr/>
        <p:txBody>
          <a:bodyPr/>
          <a:lstStyle/>
          <a:p>
            <a:r>
              <a:rPr kumimoji="1" lang="en-US" altLang="ja-JP" dirty="0"/>
              <a:t>flutter</a:t>
            </a:r>
            <a:r>
              <a:rPr kumimoji="1" lang="ja-JP" altLang="en-US" dirty="0"/>
              <a:t>仕様書</a:t>
            </a:r>
          </a:p>
        </p:txBody>
      </p:sp>
      <p:sp>
        <p:nvSpPr>
          <p:cNvPr id="3" name="字幕 2">
            <a:extLst>
              <a:ext uri="{FF2B5EF4-FFF2-40B4-BE49-F238E27FC236}">
                <a16:creationId xmlns:a16="http://schemas.microsoft.com/office/drawing/2014/main" id="{B82D1A95-71C6-A97B-B6D3-5E3F9162B71E}"/>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914522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43CDEC-B2F4-B368-D899-C22DB74D9174}"/>
              </a:ext>
            </a:extLst>
          </p:cNvPr>
          <p:cNvSpPr>
            <a:spLocks noGrp="1"/>
          </p:cNvSpPr>
          <p:nvPr>
            <p:ph type="title"/>
          </p:nvPr>
        </p:nvSpPr>
        <p:spPr/>
        <p:txBody>
          <a:bodyPr/>
          <a:lstStyle/>
          <a:p>
            <a:r>
              <a:rPr kumimoji="1" lang="ja-JP" altLang="en-US" dirty="0"/>
              <a:t>三年次</a:t>
            </a:r>
          </a:p>
        </p:txBody>
      </p:sp>
      <p:sp>
        <p:nvSpPr>
          <p:cNvPr id="3" name="コンテンツ プレースホルダー 2">
            <a:extLst>
              <a:ext uri="{FF2B5EF4-FFF2-40B4-BE49-F238E27FC236}">
                <a16:creationId xmlns:a16="http://schemas.microsoft.com/office/drawing/2014/main" id="{DB06D1B6-48E9-B5BF-57E4-4B8FAB57210F}"/>
              </a:ext>
            </a:extLst>
          </p:cNvPr>
          <p:cNvSpPr>
            <a:spLocks noGrp="1"/>
          </p:cNvSpPr>
          <p:nvPr>
            <p:ph idx="1"/>
          </p:nvPr>
        </p:nvSpPr>
        <p:spPr/>
        <p:txBody>
          <a:bodyPr/>
          <a:lstStyle/>
          <a:p>
            <a:r>
              <a:rPr kumimoji="1" lang="en-US" altLang="ja-JP" dirty="0" err="1"/>
              <a:t>Quiz</a:t>
            </a:r>
            <a:r>
              <a:rPr lang="en-US" altLang="ja-JP" dirty="0" err="1"/>
              <a:t>knock</a:t>
            </a:r>
            <a:r>
              <a:rPr lang="ja-JP" altLang="en-US" dirty="0"/>
              <a:t>が好きだからという理由でクイズノックのアプリを作ろうと考えた</a:t>
            </a:r>
            <a:endParaRPr lang="en-US" altLang="ja-JP" dirty="0"/>
          </a:p>
          <a:p>
            <a:r>
              <a:rPr kumimoji="1" lang="ja-JP" altLang="en-US" dirty="0"/>
              <a:t>内容は厳密には決まっていなかったので今日何を作るかを考える</a:t>
            </a:r>
            <a:endParaRPr kumimoji="1" lang="en-US" altLang="ja-JP" dirty="0"/>
          </a:p>
          <a:p>
            <a:r>
              <a:rPr lang="ja-JP" altLang="en-US" dirty="0"/>
              <a:t>クイズノックが動画内でやっている変わったルールのクイズを作る</a:t>
            </a:r>
            <a:endParaRPr kumimoji="1" lang="en-US" altLang="ja-JP" dirty="0"/>
          </a:p>
        </p:txBody>
      </p:sp>
    </p:spTree>
    <p:extLst>
      <p:ext uri="{BB962C8B-B14F-4D97-AF65-F5344CB8AC3E}">
        <p14:creationId xmlns:p14="http://schemas.microsoft.com/office/powerpoint/2010/main" val="963179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0D1F20-F4D0-DC43-1BD8-9A7FB98EA5A7}"/>
              </a:ext>
            </a:extLst>
          </p:cNvPr>
          <p:cNvSpPr>
            <a:spLocks noGrp="1"/>
          </p:cNvSpPr>
          <p:nvPr>
            <p:ph type="title"/>
          </p:nvPr>
        </p:nvSpPr>
        <p:spPr/>
        <p:txBody>
          <a:bodyPr/>
          <a:lstStyle/>
          <a:p>
            <a:r>
              <a:rPr kumimoji="1" lang="ja-JP" altLang="en-US" dirty="0"/>
              <a:t>実装内容</a:t>
            </a:r>
          </a:p>
        </p:txBody>
      </p:sp>
      <p:sp>
        <p:nvSpPr>
          <p:cNvPr id="3" name="コンテンツ プレースホルダー 2">
            <a:extLst>
              <a:ext uri="{FF2B5EF4-FFF2-40B4-BE49-F238E27FC236}">
                <a16:creationId xmlns:a16="http://schemas.microsoft.com/office/drawing/2014/main" id="{8E86481D-F549-0217-3BFD-4EBB22A319CC}"/>
              </a:ext>
            </a:extLst>
          </p:cNvPr>
          <p:cNvSpPr>
            <a:spLocks noGrp="1"/>
          </p:cNvSpPr>
          <p:nvPr>
            <p:ph idx="1"/>
          </p:nvPr>
        </p:nvSpPr>
        <p:spPr>
          <a:xfrm>
            <a:off x="838200" y="1825624"/>
            <a:ext cx="10515600" cy="4667251"/>
          </a:xfrm>
        </p:spPr>
        <p:txBody>
          <a:bodyPr>
            <a:normAutofit/>
          </a:bodyPr>
          <a:lstStyle/>
          <a:p>
            <a:r>
              <a:rPr lang="en-US" altLang="ja-JP" dirty="0">
                <a:hlinkClick r:id="rId2"/>
              </a:rPr>
              <a:t>https://www.youtube.com/watch?v=V0psCs57bHQ</a:t>
            </a:r>
            <a:endParaRPr lang="en-US" altLang="ja-JP" dirty="0"/>
          </a:p>
          <a:p>
            <a:pPr marL="0" indent="0">
              <a:buNone/>
            </a:pPr>
            <a:r>
              <a:rPr lang="ja-JP" altLang="en-US" dirty="0"/>
              <a:t>　↳ウソ</a:t>
            </a:r>
            <a:r>
              <a:rPr lang="en-US" altLang="ja-JP" dirty="0"/>
              <a:t>8OO</a:t>
            </a:r>
            <a:r>
              <a:rPr lang="ja-JP" altLang="en-US" dirty="0"/>
              <a:t>クイズ</a:t>
            </a:r>
            <a:endParaRPr lang="en-US" altLang="ja-JP" dirty="0"/>
          </a:p>
          <a:p>
            <a:r>
              <a:rPr lang="en-US" altLang="ja-JP" dirty="0">
                <a:hlinkClick r:id="rId3"/>
              </a:rPr>
              <a:t>https://www.youtube.com/watch?v=wSbGiCSOCRY&amp;t=141s</a:t>
            </a:r>
            <a:endParaRPr lang="en-US" altLang="ja-JP" dirty="0"/>
          </a:p>
          <a:p>
            <a:pPr marL="0" indent="0">
              <a:buNone/>
            </a:pPr>
            <a:r>
              <a:rPr lang="ja-JP" altLang="en-US" dirty="0"/>
              <a:t>　↳闇鍋クイズ</a:t>
            </a:r>
            <a:endParaRPr lang="en-US" altLang="ja-JP" dirty="0"/>
          </a:p>
          <a:p>
            <a:r>
              <a:rPr lang="en-US" altLang="ja-JP" dirty="0">
                <a:hlinkClick r:id="rId4"/>
              </a:rPr>
              <a:t>https://www.youtube.com/watch?v=aTDq6CB7nwA&amp;t=1s</a:t>
            </a:r>
            <a:endParaRPr lang="en-US" altLang="ja-JP" dirty="0"/>
          </a:p>
          <a:p>
            <a:pPr marL="0" indent="0">
              <a:buNone/>
            </a:pPr>
            <a:r>
              <a:rPr lang="ja-JP" altLang="en-US" dirty="0"/>
              <a:t>　↳難易度マシマシクイズ</a:t>
            </a:r>
            <a:endParaRPr lang="en-US" altLang="ja-JP" dirty="0"/>
          </a:p>
          <a:p>
            <a:r>
              <a:rPr lang="en-US" altLang="ja-JP" dirty="0">
                <a:hlinkClick r:id="rId5"/>
              </a:rPr>
              <a:t>https://www.youtube.com/watch?v=y1Nt_SslUT0</a:t>
            </a:r>
            <a:endParaRPr lang="en-US" altLang="ja-JP" dirty="0"/>
          </a:p>
          <a:p>
            <a:pPr marL="0" indent="0">
              <a:buNone/>
            </a:pPr>
            <a:r>
              <a:rPr lang="ja-JP" altLang="en-US" dirty="0"/>
              <a:t>　↳悪魔合体クイズ</a:t>
            </a:r>
            <a:endParaRPr lang="en-US" altLang="ja-JP" dirty="0"/>
          </a:p>
          <a:p>
            <a:r>
              <a:rPr lang="ja-JP" altLang="en-US" dirty="0"/>
              <a:t>上記のような内容のクイズをプレイできるようにする</a:t>
            </a:r>
            <a:endParaRPr lang="en-US" altLang="ja-JP" dirty="0"/>
          </a:p>
        </p:txBody>
      </p:sp>
    </p:spTree>
    <p:extLst>
      <p:ext uri="{BB962C8B-B14F-4D97-AF65-F5344CB8AC3E}">
        <p14:creationId xmlns:p14="http://schemas.microsoft.com/office/powerpoint/2010/main" val="217395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3B85DD-F814-F09B-9919-6F84AFF29FC8}"/>
              </a:ext>
            </a:extLst>
          </p:cNvPr>
          <p:cNvSpPr>
            <a:spLocks noGrp="1"/>
          </p:cNvSpPr>
          <p:nvPr>
            <p:ph type="title"/>
          </p:nvPr>
        </p:nvSpPr>
        <p:spPr/>
        <p:txBody>
          <a:bodyPr/>
          <a:lstStyle/>
          <a:p>
            <a:r>
              <a:rPr lang="ja-JP" altLang="en-US" dirty="0"/>
              <a:t>仕様が機能するか</a:t>
            </a:r>
            <a:endParaRPr kumimoji="1" lang="ja-JP" altLang="en-US" dirty="0"/>
          </a:p>
        </p:txBody>
      </p:sp>
      <p:sp>
        <p:nvSpPr>
          <p:cNvPr id="3" name="コンテンツ プレースホルダー 2">
            <a:extLst>
              <a:ext uri="{FF2B5EF4-FFF2-40B4-BE49-F238E27FC236}">
                <a16:creationId xmlns:a16="http://schemas.microsoft.com/office/drawing/2014/main" id="{F57B8619-6E93-DED7-04C5-3FFFCF7D4C72}"/>
              </a:ext>
            </a:extLst>
          </p:cNvPr>
          <p:cNvSpPr>
            <a:spLocks noGrp="1"/>
          </p:cNvSpPr>
          <p:nvPr>
            <p:ph idx="1"/>
          </p:nvPr>
        </p:nvSpPr>
        <p:spPr/>
        <p:txBody>
          <a:bodyPr/>
          <a:lstStyle/>
          <a:p>
            <a:r>
              <a:rPr lang="en-US" altLang="ja-JP" dirty="0">
                <a:hlinkClick r:id="rId2"/>
              </a:rPr>
              <a:t>Flutter</a:t>
            </a:r>
            <a:r>
              <a:rPr lang="ja-JP" altLang="en-US" dirty="0">
                <a:hlinkClick r:id="rId2"/>
              </a:rPr>
              <a:t>でクイズアプリケーションを作成する方法 </a:t>
            </a:r>
            <a:r>
              <a:rPr lang="en-US" altLang="ja-JP" dirty="0">
                <a:hlinkClick r:id="rId2"/>
              </a:rPr>
              <a:t>#Flutter – </a:t>
            </a:r>
            <a:r>
              <a:rPr lang="en-US" altLang="ja-JP" dirty="0" err="1">
                <a:hlinkClick r:id="rId2"/>
              </a:rPr>
              <a:t>Qiita</a:t>
            </a:r>
            <a:endParaRPr lang="en-US" altLang="ja-JP" dirty="0"/>
          </a:p>
          <a:p>
            <a:r>
              <a:rPr lang="en-US" altLang="ja-JP" dirty="0">
                <a:hlinkClick r:id="rId3"/>
              </a:rPr>
              <a:t>bing.com/ck/a?!&amp;&amp;p=89c0f957cce2491fb8d89f7dac2d1c4f014f6e58623f5e300991246332a9e51fJmltdHM9MTc3ODU0NDAwMA&amp;ptn=3&amp;ver=2&amp;hsh=4&amp;fclid=114d9b14-9966-6550-21ae-8d39981e64c1&amp;psq=flutter</a:t>
            </a:r>
            <a:r>
              <a:rPr lang="ja-JP" altLang="en-US" dirty="0">
                <a:hlinkClick r:id="rId3"/>
              </a:rPr>
              <a:t>でクイズアプリを作る</a:t>
            </a:r>
            <a:r>
              <a:rPr lang="en-US" altLang="ja-JP" dirty="0">
                <a:hlinkClick r:id="rId3"/>
              </a:rPr>
              <a:t>&amp;u=a1aHR0cHM6Ly96ZW5uLmRldi9tYXJvcG9vay9hcnRpY2xlcy80YmZhNTliNDY0NTIwYw&amp;ntb=1</a:t>
            </a:r>
            <a:endParaRPr kumimoji="1" lang="ja-JP" altLang="en-US" dirty="0"/>
          </a:p>
        </p:txBody>
      </p:sp>
    </p:spTree>
    <p:extLst>
      <p:ext uri="{BB962C8B-B14F-4D97-AF65-F5344CB8AC3E}">
        <p14:creationId xmlns:p14="http://schemas.microsoft.com/office/powerpoint/2010/main" val="333818220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202</Words>
  <Application>Microsoft Office PowerPoint</Application>
  <PresentationFormat>ワイド画面</PresentationFormat>
  <Paragraphs>18</Paragraphs>
  <Slides>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vt:i4>
      </vt:variant>
    </vt:vector>
  </HeadingPairs>
  <TitlesOfParts>
    <vt:vector size="8" baseType="lpstr">
      <vt:lpstr>游ゴシック</vt:lpstr>
      <vt:lpstr>游ゴシック Light</vt:lpstr>
      <vt:lpstr>Arial</vt:lpstr>
      <vt:lpstr>Office テーマ</vt:lpstr>
      <vt:lpstr>flutter仕様書</vt:lpstr>
      <vt:lpstr>三年次</vt:lpstr>
      <vt:lpstr>実装内容</vt:lpstr>
      <vt:lpstr>仕様が機能するか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大澤 楓(zeal23418140)</dc:creator>
  <cp:lastModifiedBy>大澤 楓(zeal23418140)</cp:lastModifiedBy>
  <cp:revision>5</cp:revision>
  <dcterms:created xsi:type="dcterms:W3CDTF">2025-12-03T00:40:55Z</dcterms:created>
  <dcterms:modified xsi:type="dcterms:W3CDTF">2026-05-13T02:24:28Z</dcterms:modified>
</cp:coreProperties>
</file>