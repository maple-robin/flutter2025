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96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7E796B7-D57B-C402-6C27-2077FD070A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1BAE0613-9699-AD88-CBFE-FA40B58C26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58A66DB-0D21-138C-C5FB-F406C551C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6E91FD-3B1C-4228-B9F7-36E12070ADBD}" type="datetimeFigureOut">
              <a:rPr kumimoji="1" lang="ja-JP" altLang="en-US" smtClean="0"/>
              <a:t>2025/12/3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B923913-7679-887A-AB83-C073C0C043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FB7D79A-43F1-CB39-5159-11A1A6311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4974D-22C5-4725-ABD1-7B6F64643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466849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0ECF377-16A9-F763-9AE9-EBC999735E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230F93E-1E79-55A6-67BF-787C21CFD0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2E6751A-E8A0-9540-949D-2CB3FBDFCE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6E91FD-3B1C-4228-B9F7-36E12070ADBD}" type="datetimeFigureOut">
              <a:rPr kumimoji="1" lang="ja-JP" altLang="en-US" smtClean="0"/>
              <a:t>2025/12/3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7B03685-5540-3A52-A5AF-455BFDFEB3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EB96668-896E-3A69-89C9-ADAF8B987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4974D-22C5-4725-ABD1-7B6F64643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405000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1098D10-1FFA-6A6F-4975-2DB8230E5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7C5984A-4C2B-A5BF-39F1-2BD0E390DA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08AA953-D981-EACA-CAFD-83F4EA9FE6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6E91FD-3B1C-4228-B9F7-36E12070ADBD}" type="datetimeFigureOut">
              <a:rPr kumimoji="1" lang="ja-JP" altLang="en-US" smtClean="0"/>
              <a:t>2025/12/3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087951A-0233-F4E9-B313-D5A531771F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D365D3A-0836-0FE5-E981-54142FB368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4974D-22C5-4725-ABD1-7B6F64643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401021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DB98CE0-3AD0-7434-B61C-32670C03FD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E5FEF1C-C50B-3977-B0E4-80E96681334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2F018DD-F181-447C-BA99-A836DA9886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FCC51DE-AED2-0F16-0428-A487CC2711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6E91FD-3B1C-4228-B9F7-36E12070ADBD}" type="datetimeFigureOut">
              <a:rPr kumimoji="1" lang="ja-JP" altLang="en-US" smtClean="0"/>
              <a:t>2025/12/3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4CFED5C2-2581-FE68-B655-4D719AA854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D808C92-EB9A-69BE-5E97-275CA9408A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4974D-22C5-4725-ABD1-7B6F64643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032848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85A0F4B-276E-0689-20FE-9112BB87F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B96FFCB-A145-500E-B68A-FDE30EEB4C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D20B5B69-A240-E611-DCAA-F9883CD86B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82A9B371-EF0F-EE02-B1F0-B04FD66198D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586F3B4-B7FF-FEB4-FB74-580FA7F5A98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E2CB41E0-CA39-608D-034A-A61C34FF4A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6E91FD-3B1C-4228-B9F7-36E12070ADBD}" type="datetimeFigureOut">
              <a:rPr kumimoji="1" lang="ja-JP" altLang="en-US" smtClean="0"/>
              <a:t>2025/12/3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5991EDDC-F39B-4D6E-BFA5-0AE39D5611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B5BA2B4D-1535-18A7-F4F1-82D1DEA3C4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4974D-22C5-4725-ABD1-7B6F64643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152507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A6ABFAE-7EF3-6404-F256-499ECDE6E5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967EF709-DD5A-F6A4-D4C7-A7BCDA2D19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6E91FD-3B1C-4228-B9F7-36E12070ADBD}" type="datetimeFigureOut">
              <a:rPr kumimoji="1" lang="ja-JP" altLang="en-US" smtClean="0"/>
              <a:t>2025/12/3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10180FF7-B74A-2AA1-4D49-27FE51B369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E88DD5DA-3E8C-7228-795C-6AA21251A9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4974D-22C5-4725-ABD1-7B6F64643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01370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4383AED6-AC37-C4AD-C12B-605E3823E4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6E91FD-3B1C-4228-B9F7-36E12070ADBD}" type="datetimeFigureOut">
              <a:rPr kumimoji="1" lang="ja-JP" altLang="en-US" smtClean="0"/>
              <a:t>2025/12/3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1A56D08A-2DFB-FE2E-33B9-BFA223B6BE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6960264-7BC2-A1CC-9211-5452A03E43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4974D-22C5-4725-ABD1-7B6F64643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351315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B986FBB-FE60-96B6-C260-1087B168F8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EC207EA-4189-7B63-8CE4-2BA9E35E37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CF9C78D4-1BA4-3008-4147-86E83D4F4C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3522F3F-B1FF-3623-0F64-2AEEA89D07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6E91FD-3B1C-4228-B9F7-36E12070ADBD}" type="datetimeFigureOut">
              <a:rPr kumimoji="1" lang="ja-JP" altLang="en-US" smtClean="0"/>
              <a:t>2025/12/3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6EE1F80-4615-F453-35A3-B2FECFA72F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DBA140C-5562-D4DE-E8E3-CC2E3C5056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4974D-22C5-4725-ABD1-7B6F64643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753245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155BF64-8256-DB9C-849A-293890A9B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41C0C9D9-46BC-9375-A335-40E9BB7362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EC54B38D-924E-9163-DB01-F65956AAF5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0D3875B-9B9C-B0C2-66FC-C0F5ECAE68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6E91FD-3B1C-4228-B9F7-36E12070ADBD}" type="datetimeFigureOut">
              <a:rPr kumimoji="1" lang="ja-JP" altLang="en-US" smtClean="0"/>
              <a:t>2025/12/3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5317DF1-B8A5-34D8-B131-4AAB785E12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82D7872-31C6-2007-CC66-82178CEFFF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4974D-22C5-4725-ABD1-7B6F64643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58803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E44D5E2-E034-DDD6-C435-157D608513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6CFBF78-C0C0-0992-F8CE-8A7145A4E8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95174EB-F06F-6166-2182-2FE5F8146B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6E91FD-3B1C-4228-B9F7-36E12070ADBD}" type="datetimeFigureOut">
              <a:rPr kumimoji="1" lang="ja-JP" altLang="en-US" smtClean="0"/>
              <a:t>2025/12/3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32E5DA2-4C85-6AF5-745A-D73F802E4C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394C355-6DFC-8D7B-7042-78E6B667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4974D-22C5-4725-ABD1-7B6F64643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450936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4DC198AA-2989-079E-4805-B78C66B386C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6FC87ADC-F2CA-0528-7751-4ED946644EE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ED98C91-81AF-E385-9DCA-E5C7DAFAC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6E91FD-3B1C-4228-B9F7-36E12070ADBD}" type="datetimeFigureOut">
              <a:rPr kumimoji="1" lang="ja-JP" altLang="en-US" smtClean="0"/>
              <a:t>2025/12/3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54F683A-FBC8-47E6-3F40-C970492757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DE62257-3700-E957-04BE-BEF6CA700E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94974D-22C5-4725-ABD1-7B6F64643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34861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ABD27D8D-A26A-35EE-3462-B9B7082D83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2D1297E-4E56-2B56-CB3A-51DB5490ED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5FB54FF-6937-5DB8-8B67-6204D7FBEA5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36E91FD-3B1C-4228-B9F7-36E12070ADBD}" type="datetimeFigureOut">
              <a:rPr kumimoji="1" lang="ja-JP" altLang="en-US" smtClean="0"/>
              <a:t>2025/12/3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0B9AA5C-BCC5-3DBC-98A2-F6637733C70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4919B50-1BEA-A1C9-FC5F-4794FFDD17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794974D-22C5-4725-ABD1-7B6F646434C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779397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D67E5C0-6B62-A803-8EA9-3802CCAD9EE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en-US" altLang="ja-JP" dirty="0"/>
              <a:t>flutter</a:t>
            </a:r>
            <a:r>
              <a:rPr kumimoji="1" lang="ja-JP" altLang="en-US" dirty="0"/>
              <a:t>仕様書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B82D1A95-71C6-A97B-B6D3-5E3F9162B71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9145222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4039B3-8423-A979-3A2B-A10F2F4186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E8369ED-B0A6-E50D-9CAF-E262B8DDBA3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ja-JP" altLang="en-US" dirty="0"/>
              <a:t>読書リスト</a:t>
            </a:r>
            <a:r>
              <a:rPr lang="en-US" altLang="ja-JP" dirty="0"/>
              <a:t>/</a:t>
            </a:r>
            <a:br>
              <a:rPr lang="en-US" altLang="ja-JP" dirty="0"/>
            </a:br>
            <a:r>
              <a:rPr lang="ja-JP" altLang="en-US" dirty="0"/>
              <a:t>ウィッシュリストアプリ</a:t>
            </a:r>
            <a:endParaRPr kumimoji="1" lang="ja-JP" altLang="en-US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4A570284-3702-F4C2-62D6-86FACB7BA9F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231168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16968D4-7DC9-6903-B38A-9B6648ABE3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画面構成</a:t>
            </a:r>
            <a:endParaRPr kumimoji="1" lang="ja-JP" altLang="en-US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952F7AFA-D028-04B0-C808-EB014EA05A4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925286" y="1567138"/>
            <a:ext cx="10515600" cy="35394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ja-JP" altLang="ja-JP" sz="3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メイン画面 (1画面目):</a:t>
            </a:r>
            <a:r>
              <a:rPr kumimoji="0" lang="ja-JP" altLang="ja-JP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</a:t>
            </a:r>
            <a:r>
              <a:rPr kumimoji="0" lang="ja-JP" altLang="ja-JP" sz="3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書籍リストの表示</a:t>
            </a:r>
            <a:r>
              <a:rPr kumimoji="0" lang="ja-JP" altLang="ja-JP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。追加された書籍を一覧表示</a:t>
            </a:r>
            <a:r>
              <a:rPr kumimoji="0" lang="ja-JP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する</a:t>
            </a:r>
            <a:r>
              <a:rPr kumimoji="0" lang="ja-JP" altLang="ja-JP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。リストアイテムをタップすると詳細画面へ遷移</a:t>
            </a:r>
            <a:r>
              <a:rPr kumimoji="0" lang="ja-JP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する</a:t>
            </a:r>
            <a:r>
              <a:rPr kumimoji="0" lang="ja-JP" altLang="ja-JP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。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ja-JP" altLang="ja-JP" sz="3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詳細画面 (2画面目):</a:t>
            </a:r>
            <a:r>
              <a:rPr kumimoji="0" lang="ja-JP" altLang="ja-JP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</a:t>
            </a:r>
            <a:r>
              <a:rPr kumimoji="0" lang="ja-JP" altLang="ja-JP" sz="3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書籍の詳細表示</a:t>
            </a:r>
            <a:r>
              <a:rPr kumimoji="0" lang="ja-JP" altLang="ja-JP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。選択した書籍のタイトル、著者、メモなどの詳細を表示します。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ja-JP" altLang="ja-JP" sz="3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追加/編集画面 (3画面目):</a:t>
            </a:r>
            <a:r>
              <a:rPr kumimoji="0" lang="ja-JP" altLang="ja-JP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</a:t>
            </a:r>
            <a:r>
              <a:rPr kumimoji="0" lang="ja-JP" altLang="ja-JP" sz="3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新規書籍の追加/情報の編集</a:t>
            </a:r>
            <a:r>
              <a:rPr kumimoji="0" lang="ja-JP" altLang="ja-JP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。テキストフィールド</a:t>
            </a:r>
          </a:p>
        </p:txBody>
      </p:sp>
    </p:spTree>
    <p:extLst>
      <p:ext uri="{BB962C8B-B14F-4D97-AF65-F5344CB8AC3E}">
        <p14:creationId xmlns:p14="http://schemas.microsoft.com/office/powerpoint/2010/main" val="22233611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</TotalTime>
  <Words>87</Words>
  <Application>Microsoft Office PowerPoint</Application>
  <PresentationFormat>ワイド画面</PresentationFormat>
  <Paragraphs>6</Paragraphs>
  <Slides>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7" baseType="lpstr">
      <vt:lpstr>游ゴシック</vt:lpstr>
      <vt:lpstr>游ゴシック Light</vt:lpstr>
      <vt:lpstr>Arial</vt:lpstr>
      <vt:lpstr>Office テーマ</vt:lpstr>
      <vt:lpstr>flutter仕様書</vt:lpstr>
      <vt:lpstr>読書リスト/ ウィッシュリストアプリ</vt:lpstr>
      <vt:lpstr>画面構成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大澤 楓(zeal23418140)</dc:creator>
  <cp:lastModifiedBy>大澤 楓(zeal23418140)</cp:lastModifiedBy>
  <cp:revision>2</cp:revision>
  <dcterms:created xsi:type="dcterms:W3CDTF">2025-12-03T00:40:55Z</dcterms:created>
  <dcterms:modified xsi:type="dcterms:W3CDTF">2025-12-03T01:17:24Z</dcterms:modified>
</cp:coreProperties>
</file>