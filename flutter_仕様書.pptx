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E796B7-D57B-C402-6C27-2077FD070A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BAE0613-9699-AD88-CBFE-FA40B58C26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8A66DB-0D21-138C-C5FB-F406C551C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B923913-7679-887A-AB83-C073C0C0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B7D79A-43F1-CB39-5159-11A1A6311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6684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ECF377-16A9-F763-9AE9-EBC999735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230F93E-1E79-55A6-67BF-787C21CFD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2E6751A-E8A0-9540-949D-2CB3FBDFC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7B03685-5540-3A52-A5AF-455BFDFEB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B96668-896E-3A69-89C9-ADAF8B98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0500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098D10-1FFA-6A6F-4975-2DB8230E5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7C5984A-4C2B-A5BF-39F1-2BD0E390D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8AA953-D981-EACA-CAFD-83F4EA9FE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87951A-0233-F4E9-B313-D5A531771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D365D3A-0836-0FE5-E981-54142FB36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0102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B98CE0-3AD0-7434-B61C-32670C03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E5FEF1C-C50B-3977-B0E4-80E9668133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2F018DD-F181-447C-BA99-A836DA988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CC51DE-AED2-0F16-0428-A487CC271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CFED5C2-2581-FE68-B655-4D719AA85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D808C92-EB9A-69BE-5E97-275CA9408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3284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5A0F4B-276E-0689-20FE-9112BB87F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B96FFCB-A145-500E-B68A-FDE30EEB4C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20B5B69-A240-E611-DCAA-F9883CD86B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2A9B371-EF0F-EE02-B1F0-B04FD66198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586F3B4-B7FF-FEB4-FB74-580FA7F5A9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2CB41E0-CA39-608D-034A-A61C34FF4A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991EDDC-F39B-4D6E-BFA5-0AE39D561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5BA2B4D-1535-18A7-F4F1-82D1DEA3C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5250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6ABFAE-7EF3-6404-F256-499ECDE6E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67EF709-DD5A-F6A4-D4C7-A7BCDA2D1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0180FF7-B74A-2AA1-4D49-27FE51B36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88DD5DA-3E8C-7228-795C-6AA21251A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1370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383AED6-AC37-C4AD-C12B-605E3823E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A56D08A-2DFB-FE2E-33B9-BFA223B6B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960264-7BC2-A1CC-9211-5452A03E4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5131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986FBB-FE60-96B6-C260-1087B168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C207EA-4189-7B63-8CE4-2BA9E35E3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F9C78D4-1BA4-3008-4147-86E83D4F4C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3522F3F-B1FF-3623-0F64-2AEEA89D0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6EE1F80-4615-F453-35A3-B2FECFA72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DBA140C-5562-D4DE-E8E3-CC2E3C5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324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55BF64-8256-DB9C-849A-293890A9B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1C0C9D9-46BC-9375-A335-40E9BB7362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C54B38D-924E-9163-DB01-F65956AAF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0D3875B-9B9C-B0C2-66FC-C0F5ECAE6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317DF1-B8A5-34D8-B131-4AAB785E1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2D7872-31C6-2007-CC66-82178CEFF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880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44D5E2-E034-DDD6-C435-157D60851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6CFBF78-C0C0-0992-F8CE-8A7145A4E8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5174EB-F06F-6166-2182-2FE5F8146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2E5DA2-4C85-6AF5-745A-D73F802E4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94C355-6DFC-8D7B-7042-78E6B667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5093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DC198AA-2989-079E-4805-B78C66B386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FC87ADC-F2CA-0528-7751-4ED946644E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ED98C91-81AF-E385-9DCA-E5C7DAFAC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4F683A-FBC8-47E6-3F40-C97049275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E62257-3700-E957-04BE-BEF6CA700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486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BD27D8D-A26A-35EE-3462-B9B7082D8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2D1297E-4E56-2B56-CB3A-51DB5490ED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FB54FF-6937-5DB8-8B67-6204D7FBEA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B9AA5C-BCC5-3DBC-98A2-F6637733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919B50-1BEA-A1C9-FC5F-4794FFDD1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7939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67E5C0-6B62-A803-8EA9-3802CCAD9E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82D1A95-71C6-A97B-B6D3-5E3F9162B7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4522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大澤 楓(zeal23418140)</dc:creator>
  <cp:lastModifiedBy>大澤 楓(zeal23418140)</cp:lastModifiedBy>
  <cp:revision>1</cp:revision>
  <dcterms:created xsi:type="dcterms:W3CDTF">2025-12-03T00:40:55Z</dcterms:created>
  <dcterms:modified xsi:type="dcterms:W3CDTF">2025-12-03T00:42:17Z</dcterms:modified>
</cp:coreProperties>
</file>